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68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731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63A78D-4C26-2C44-E0F5-26E4CA7BFDE7}" v="39" dt="2023-07-29T09:29:42.965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82"/>
    <p:restoredTop sz="92393" autoAdjust="0"/>
  </p:normalViewPr>
  <p:slideViewPr>
    <p:cSldViewPr snapToGrid="0" snapToObjects="1">
      <p:cViewPr>
        <p:scale>
          <a:sx n="75" d="100"/>
          <a:sy n="75" d="100"/>
        </p:scale>
        <p:origin x="86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2234AA-C860-3042-A562-30250E798F70}" type="doc">
      <dgm:prSet loTypeId="urn:microsoft.com/office/officeart/2005/8/layout/hierarchy1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7835FD59-B514-0B47-B7B8-0983910456A6}">
      <dgm:prSet phldrT="[Text]" custT="1"/>
      <dgm:spPr/>
      <dgm:t>
        <a:bodyPr/>
        <a:lstStyle/>
        <a:p>
          <a:r>
            <a:rPr lang="en-GB" sz="1800" b="1" dirty="0"/>
            <a:t>Centralized College Discovery Platform</a:t>
          </a:r>
        </a:p>
      </dgm:t>
    </dgm:pt>
    <dgm:pt modelId="{4516BA82-0BF7-DC4A-BB7E-AEF87CBA9E8E}" type="parTrans" cxnId="{C34F24A0-102F-1444-A6DD-8C111F727E80}">
      <dgm:prSet/>
      <dgm:spPr/>
      <dgm:t>
        <a:bodyPr/>
        <a:lstStyle/>
        <a:p>
          <a:endParaRPr lang="en-GB" sz="2000"/>
        </a:p>
      </dgm:t>
    </dgm:pt>
    <dgm:pt modelId="{4931CA2C-7170-5840-AE86-F1E13D28BB9E}" type="sibTrans" cxnId="{C34F24A0-102F-1444-A6DD-8C111F727E80}">
      <dgm:prSet/>
      <dgm:spPr/>
      <dgm:t>
        <a:bodyPr/>
        <a:lstStyle/>
        <a:p>
          <a:endParaRPr lang="en-GB" sz="2000"/>
        </a:p>
      </dgm:t>
    </dgm:pt>
    <dgm:pt modelId="{DF86860E-2719-A64A-80FF-F56192895399}">
      <dgm:prSet phldrT="[Text]" custT="1"/>
      <dgm:spPr/>
      <dgm:t>
        <a:bodyPr/>
        <a:lstStyle/>
        <a:p>
          <a:r>
            <a:rPr lang="en-GB" sz="1200" b="1" dirty="0"/>
            <a:t>Requirements &amp; Design</a:t>
          </a:r>
        </a:p>
      </dgm:t>
    </dgm:pt>
    <dgm:pt modelId="{19D8E85A-EF28-1042-9B35-665A12874640}" type="parTrans" cxnId="{C078943E-F1F8-A940-8FE7-422BEFF8FD8B}">
      <dgm:prSet/>
      <dgm:spPr/>
      <dgm:t>
        <a:bodyPr/>
        <a:lstStyle/>
        <a:p>
          <a:endParaRPr lang="en-GB" sz="2000"/>
        </a:p>
      </dgm:t>
    </dgm:pt>
    <dgm:pt modelId="{8C78E4B8-8A53-064A-8DEF-85538FBF9661}" type="sibTrans" cxnId="{C078943E-F1F8-A940-8FE7-422BEFF8FD8B}">
      <dgm:prSet/>
      <dgm:spPr/>
      <dgm:t>
        <a:bodyPr/>
        <a:lstStyle/>
        <a:p>
          <a:endParaRPr lang="en-GB" sz="2000"/>
        </a:p>
      </dgm:t>
    </dgm:pt>
    <dgm:pt modelId="{03B89768-B859-2E49-8534-20D1EFA29B3B}">
      <dgm:prSet phldrT="[Text]" custT="1"/>
      <dgm:spPr/>
      <dgm:t>
        <a:bodyPr/>
        <a:lstStyle/>
        <a:p>
          <a:r>
            <a:rPr lang="en-GB" sz="1200" b="1" dirty="0"/>
            <a:t>Backend &amp; Search Engineering</a:t>
          </a:r>
        </a:p>
      </dgm:t>
    </dgm:pt>
    <dgm:pt modelId="{C40EC512-88AF-B24D-AAB3-3E9A66643198}" type="parTrans" cxnId="{837E4720-EC3E-BC4F-B158-BC98950BD860}">
      <dgm:prSet/>
      <dgm:spPr/>
      <dgm:t>
        <a:bodyPr/>
        <a:lstStyle/>
        <a:p>
          <a:endParaRPr lang="en-GB" sz="2000"/>
        </a:p>
      </dgm:t>
    </dgm:pt>
    <dgm:pt modelId="{41368ECB-0374-1C4E-8ABF-D4FA251186D7}" type="sibTrans" cxnId="{837E4720-EC3E-BC4F-B158-BC98950BD860}">
      <dgm:prSet/>
      <dgm:spPr/>
      <dgm:t>
        <a:bodyPr/>
        <a:lstStyle/>
        <a:p>
          <a:endParaRPr lang="en-GB" sz="2000"/>
        </a:p>
      </dgm:t>
    </dgm:pt>
    <dgm:pt modelId="{1BC165AB-B879-6E45-BE42-9DB85E468E5E}">
      <dgm:prSet phldrT="[Text]" custT="1"/>
      <dgm:spPr/>
      <dgm:t>
        <a:bodyPr/>
        <a:lstStyle/>
        <a:p>
          <a:r>
            <a:rPr lang="en-GB" sz="1200" b="1" dirty="0"/>
            <a:t>Frontend &amp; Data Population</a:t>
          </a:r>
        </a:p>
      </dgm:t>
    </dgm:pt>
    <dgm:pt modelId="{DB346DC5-5247-BD41-9BBB-38F381C6763A}" type="parTrans" cxnId="{EA03CA31-7DF4-F64E-86BC-EF7C196FB755}">
      <dgm:prSet/>
      <dgm:spPr/>
      <dgm:t>
        <a:bodyPr/>
        <a:lstStyle/>
        <a:p>
          <a:endParaRPr lang="en-GB" sz="2000"/>
        </a:p>
      </dgm:t>
    </dgm:pt>
    <dgm:pt modelId="{4CF60A0D-4DA2-C649-B224-FED974309E30}" type="sibTrans" cxnId="{EA03CA31-7DF4-F64E-86BC-EF7C196FB755}">
      <dgm:prSet/>
      <dgm:spPr/>
      <dgm:t>
        <a:bodyPr/>
        <a:lstStyle/>
        <a:p>
          <a:endParaRPr lang="en-GB" sz="2000"/>
        </a:p>
      </dgm:t>
    </dgm:pt>
    <dgm:pt modelId="{089FD83E-6928-1E43-95D3-124D5441D173}">
      <dgm:prSet phldrT="[Text]" custT="1"/>
      <dgm:spPr/>
      <dgm:t>
        <a:bodyPr/>
        <a:lstStyle/>
        <a:p>
          <a:r>
            <a:rPr lang="en-GB" sz="1200" dirty="0"/>
            <a:t>Quality Assurance &amp; Deployment</a:t>
          </a:r>
        </a:p>
      </dgm:t>
    </dgm:pt>
    <dgm:pt modelId="{C048921F-4EB1-284C-AA0A-60D6AD5FBA44}" type="parTrans" cxnId="{5BCE03C4-5AB1-4978-91C7-BFFC642F503F}">
      <dgm:prSet/>
      <dgm:spPr/>
      <dgm:t>
        <a:bodyPr/>
        <a:lstStyle/>
        <a:p>
          <a:endParaRPr lang="en-GB" sz="2000"/>
        </a:p>
      </dgm:t>
    </dgm:pt>
    <dgm:pt modelId="{F1E9B66D-779F-044F-A36C-5A89712C4696}" type="sibTrans" cxnId="{5BCE03C4-5AB1-4978-91C7-BFFC642F503F}">
      <dgm:prSet/>
      <dgm:spPr/>
      <dgm:t>
        <a:bodyPr/>
        <a:lstStyle/>
        <a:p>
          <a:endParaRPr lang="en-GB" sz="2000"/>
        </a:p>
      </dgm:t>
    </dgm:pt>
    <dgm:pt modelId="{F28132D4-6E5E-4307-AF99-582348191FA5}">
      <dgm:prSet phldrT="[Text]" custT="1"/>
      <dgm:spPr/>
      <dgm:t>
        <a:bodyPr/>
        <a:lstStyle/>
        <a:p>
          <a:r>
            <a:rPr lang="en-GB" sz="1200" b="1" dirty="0"/>
            <a:t>Planning &amp; DB Architecture</a:t>
          </a:r>
        </a:p>
      </dgm:t>
    </dgm:pt>
    <dgm:pt modelId="{9088F1D1-437C-4C05-BEF2-22FCF23765E9}" type="parTrans" cxnId="{7F103FC5-41B8-44B9-B3FE-24CBCB282913}">
      <dgm:prSet/>
      <dgm:spPr/>
      <dgm:t>
        <a:bodyPr/>
        <a:lstStyle/>
        <a:p>
          <a:endParaRPr lang="en-IN"/>
        </a:p>
      </dgm:t>
    </dgm:pt>
    <dgm:pt modelId="{A700831A-B4AA-42E6-98B1-7344CF792CB5}" type="sibTrans" cxnId="{7F103FC5-41B8-44B9-B3FE-24CBCB282913}">
      <dgm:prSet/>
      <dgm:spPr/>
      <dgm:t>
        <a:bodyPr/>
        <a:lstStyle/>
        <a:p>
          <a:endParaRPr lang="en-IN"/>
        </a:p>
      </dgm:t>
    </dgm:pt>
    <dgm:pt modelId="{E7228EDD-CB4D-4547-A6E3-CF7D391AC153}">
      <dgm:prSet phldrT="[Text]" custT="1"/>
      <dgm:spPr/>
      <dgm:t>
        <a:bodyPr/>
        <a:lstStyle/>
        <a:p>
          <a:r>
            <a:rPr lang="en-GB" sz="1200" b="1" dirty="0"/>
            <a:t>Server-Side Development</a:t>
          </a:r>
        </a:p>
      </dgm:t>
    </dgm:pt>
    <dgm:pt modelId="{470A0F56-4DA2-41CA-A52D-AA9086B687A5}" type="parTrans" cxnId="{7104B93E-9358-4C49-8EAE-D9EB8EB932CC}">
      <dgm:prSet/>
      <dgm:spPr/>
      <dgm:t>
        <a:bodyPr/>
        <a:lstStyle/>
        <a:p>
          <a:endParaRPr lang="en-IN"/>
        </a:p>
      </dgm:t>
    </dgm:pt>
    <dgm:pt modelId="{DFA7E82A-99C6-4242-84C8-7EE6E7CAFA3D}" type="sibTrans" cxnId="{7104B93E-9358-4C49-8EAE-D9EB8EB932CC}">
      <dgm:prSet/>
      <dgm:spPr/>
      <dgm:t>
        <a:bodyPr/>
        <a:lstStyle/>
        <a:p>
          <a:endParaRPr lang="en-IN"/>
        </a:p>
      </dgm:t>
    </dgm:pt>
    <dgm:pt modelId="{03B36AD2-0712-423D-AFFF-C336E2D23472}">
      <dgm:prSet phldrT="[Text]" custT="1"/>
      <dgm:spPr/>
      <dgm:t>
        <a:bodyPr/>
        <a:lstStyle/>
        <a:p>
          <a:r>
            <a:rPr lang="en-GB" sz="1200" b="1" dirty="0"/>
            <a:t>UI/UX Implementation</a:t>
          </a:r>
        </a:p>
      </dgm:t>
    </dgm:pt>
    <dgm:pt modelId="{31D1BBD3-FBA2-4752-A8BD-6BF9C6A142D4}" type="parTrans" cxnId="{AF657FDB-7DF6-4215-BAA8-83B028683A11}">
      <dgm:prSet/>
      <dgm:spPr/>
      <dgm:t>
        <a:bodyPr/>
        <a:lstStyle/>
        <a:p>
          <a:endParaRPr lang="en-IN"/>
        </a:p>
      </dgm:t>
    </dgm:pt>
    <dgm:pt modelId="{771A1B5A-C039-4005-A1AA-BCBCE06DCE33}" type="sibTrans" cxnId="{AF657FDB-7DF6-4215-BAA8-83B028683A11}">
      <dgm:prSet/>
      <dgm:spPr/>
      <dgm:t>
        <a:bodyPr/>
        <a:lstStyle/>
        <a:p>
          <a:endParaRPr lang="en-IN"/>
        </a:p>
      </dgm:t>
    </dgm:pt>
    <dgm:pt modelId="{7F3D3553-5C3C-4D06-AC13-7F1F537A87B9}">
      <dgm:prSet phldrT="[Text]" custT="1"/>
      <dgm:spPr/>
      <dgm:t>
        <a:bodyPr/>
        <a:lstStyle/>
        <a:p>
          <a:r>
            <a:rPr lang="en-GB" sz="1200" b="1" dirty="0"/>
            <a:t>Manual Data Verification</a:t>
          </a:r>
        </a:p>
      </dgm:t>
    </dgm:pt>
    <dgm:pt modelId="{CC45616B-36E2-4E31-9382-C7663B3AAF9F}" type="parTrans" cxnId="{60A3A123-54F8-4F55-8D6A-8EAF58E8B287}">
      <dgm:prSet/>
      <dgm:spPr/>
      <dgm:t>
        <a:bodyPr/>
        <a:lstStyle/>
        <a:p>
          <a:endParaRPr lang="en-IN"/>
        </a:p>
      </dgm:t>
    </dgm:pt>
    <dgm:pt modelId="{A9ED3F7A-BE7C-4AB3-8858-B51312B5B269}" type="sibTrans" cxnId="{60A3A123-54F8-4F55-8D6A-8EAF58E8B287}">
      <dgm:prSet/>
      <dgm:spPr/>
      <dgm:t>
        <a:bodyPr/>
        <a:lstStyle/>
        <a:p>
          <a:endParaRPr lang="en-IN"/>
        </a:p>
      </dgm:t>
    </dgm:pt>
    <dgm:pt modelId="{361913F8-E0B3-4041-B3E3-AE7CEAAF23BA}">
      <dgm:prSet phldrT="[Text]" custT="1"/>
      <dgm:spPr/>
      <dgm:t>
        <a:bodyPr/>
        <a:lstStyle/>
        <a:p>
          <a:r>
            <a:rPr lang="en-GB" sz="1200" dirty="0"/>
            <a:t>Security &amp; Testing</a:t>
          </a:r>
        </a:p>
      </dgm:t>
    </dgm:pt>
    <dgm:pt modelId="{EA4B4E74-7DF5-447C-B2F1-B728869FFD5B}" type="parTrans" cxnId="{AB5EEB90-AEA7-466F-A0C3-FF90563A8DB3}">
      <dgm:prSet/>
      <dgm:spPr/>
      <dgm:t>
        <a:bodyPr/>
        <a:lstStyle/>
        <a:p>
          <a:endParaRPr lang="en-IN"/>
        </a:p>
      </dgm:t>
    </dgm:pt>
    <dgm:pt modelId="{7C990024-1F38-4FE4-939E-3846431FCD1F}" type="sibTrans" cxnId="{AB5EEB90-AEA7-466F-A0C3-FF90563A8DB3}">
      <dgm:prSet/>
      <dgm:spPr/>
      <dgm:t>
        <a:bodyPr/>
        <a:lstStyle/>
        <a:p>
          <a:endParaRPr lang="en-IN"/>
        </a:p>
      </dgm:t>
    </dgm:pt>
    <dgm:pt modelId="{4C002B7E-BDFA-4E28-8AB4-8CD6D3D6EECD}">
      <dgm:prSet phldrT="[Text]" custT="1"/>
      <dgm:spPr/>
      <dgm:t>
        <a:bodyPr/>
        <a:lstStyle/>
        <a:p>
          <a:r>
            <a:rPr lang="en-GB" sz="1200" b="1"/>
            <a:t>Data Field Mapping</a:t>
          </a:r>
          <a:endParaRPr lang="en-GB" sz="1200" b="1" dirty="0"/>
        </a:p>
      </dgm:t>
    </dgm:pt>
    <dgm:pt modelId="{B658B4EA-2E98-4DA8-9412-BE742613A008}" type="parTrans" cxnId="{3197972B-0792-408E-94AA-6CDBEDA3C506}">
      <dgm:prSet/>
      <dgm:spPr/>
      <dgm:t>
        <a:bodyPr/>
        <a:lstStyle/>
        <a:p>
          <a:endParaRPr lang="en-IN"/>
        </a:p>
      </dgm:t>
    </dgm:pt>
    <dgm:pt modelId="{2A478E71-564E-448F-B773-FD622DE0BB33}" type="sibTrans" cxnId="{3197972B-0792-408E-94AA-6CDBEDA3C506}">
      <dgm:prSet/>
      <dgm:spPr/>
      <dgm:t>
        <a:bodyPr/>
        <a:lstStyle/>
        <a:p>
          <a:endParaRPr lang="en-IN"/>
        </a:p>
      </dgm:t>
    </dgm:pt>
    <dgm:pt modelId="{D200C20E-1F78-48AE-A9CF-29C9112B0E57}">
      <dgm:prSet phldrT="[Text]" custT="1"/>
      <dgm:spPr/>
      <dgm:t>
        <a:bodyPr/>
        <a:lstStyle/>
        <a:p>
          <a:r>
            <a:rPr lang="en-GB" sz="1200" b="1" dirty="0"/>
            <a:t>MySQL </a:t>
          </a:r>
          <a:r>
            <a:rPr lang="en-GB" sz="1200" b="1"/>
            <a:t>Table Normalization</a:t>
          </a:r>
          <a:endParaRPr lang="en-GB" sz="1200" b="1" dirty="0"/>
        </a:p>
      </dgm:t>
    </dgm:pt>
    <dgm:pt modelId="{3530A970-95E4-4392-8E22-2A201EF26F3A}" type="parTrans" cxnId="{BEC31B61-F305-484E-ABB5-99F4856C1C11}">
      <dgm:prSet/>
      <dgm:spPr/>
      <dgm:t>
        <a:bodyPr/>
        <a:lstStyle/>
        <a:p>
          <a:endParaRPr lang="en-IN"/>
        </a:p>
      </dgm:t>
    </dgm:pt>
    <dgm:pt modelId="{D3ABF979-94BF-4A51-83EE-715A0ADC4179}" type="sibTrans" cxnId="{BEC31B61-F305-484E-ABB5-99F4856C1C11}">
      <dgm:prSet/>
      <dgm:spPr/>
      <dgm:t>
        <a:bodyPr/>
        <a:lstStyle/>
        <a:p>
          <a:endParaRPr lang="en-IN"/>
        </a:p>
      </dgm:t>
    </dgm:pt>
    <dgm:pt modelId="{68CE54D6-E10F-4CFE-9EE2-1D874AD036B6}">
      <dgm:prSet phldrT="[Text]" custT="1"/>
      <dgm:spPr/>
      <dgm:t>
        <a:bodyPr/>
        <a:lstStyle/>
        <a:p>
          <a:r>
            <a:rPr lang="en-GB" sz="1200" b="1"/>
            <a:t>SQL Indexing Strategy</a:t>
          </a:r>
          <a:endParaRPr lang="en-GB" sz="1200" b="1" dirty="0"/>
        </a:p>
      </dgm:t>
    </dgm:pt>
    <dgm:pt modelId="{437C188E-2C20-4A85-B418-0872F226BC7B}" type="parTrans" cxnId="{D270373C-FE42-43AE-B672-7C1F8B17BAEC}">
      <dgm:prSet/>
      <dgm:spPr/>
      <dgm:t>
        <a:bodyPr/>
        <a:lstStyle/>
        <a:p>
          <a:endParaRPr lang="en-IN"/>
        </a:p>
      </dgm:t>
    </dgm:pt>
    <dgm:pt modelId="{665F091A-5646-4847-9080-1AA5A09E4425}" type="sibTrans" cxnId="{D270373C-FE42-43AE-B672-7C1F8B17BAEC}">
      <dgm:prSet/>
      <dgm:spPr/>
      <dgm:t>
        <a:bodyPr/>
        <a:lstStyle/>
        <a:p>
          <a:endParaRPr lang="en-IN"/>
        </a:p>
      </dgm:t>
    </dgm:pt>
    <dgm:pt modelId="{E153CEFF-E302-4D95-9DC5-E3F7941316D1}">
      <dgm:prSet phldrT="[Text]" custT="1"/>
      <dgm:spPr/>
      <dgm:t>
        <a:bodyPr/>
        <a:lstStyle/>
        <a:p>
          <a:r>
            <a:rPr lang="en-GB" sz="1200" b="1"/>
            <a:t>Database Connectivity</a:t>
          </a:r>
          <a:endParaRPr lang="en-GB" sz="1200" b="1" dirty="0"/>
        </a:p>
      </dgm:t>
    </dgm:pt>
    <dgm:pt modelId="{BD3A5C60-C1A6-487D-9EF2-B3393246D532}" type="parTrans" cxnId="{BBEFAF3E-4C7B-49A6-A6B8-F69FCD774B59}">
      <dgm:prSet/>
      <dgm:spPr/>
      <dgm:t>
        <a:bodyPr/>
        <a:lstStyle/>
        <a:p>
          <a:endParaRPr lang="en-IN"/>
        </a:p>
      </dgm:t>
    </dgm:pt>
    <dgm:pt modelId="{C8544703-B7C7-47C3-B5F9-9FA8CFCD5B11}" type="sibTrans" cxnId="{BBEFAF3E-4C7B-49A6-A6B8-F69FCD774B59}">
      <dgm:prSet/>
      <dgm:spPr/>
      <dgm:t>
        <a:bodyPr/>
        <a:lstStyle/>
        <a:p>
          <a:endParaRPr lang="en-IN"/>
        </a:p>
      </dgm:t>
    </dgm:pt>
    <dgm:pt modelId="{313AD5F3-381E-44F0-9E01-5187920D4AC4}">
      <dgm:prSet phldrT="[Text]" custT="1"/>
      <dgm:spPr/>
      <dgm:t>
        <a:bodyPr/>
        <a:lstStyle/>
        <a:p>
          <a:r>
            <a:rPr lang="en-GB" sz="1200" b="1"/>
            <a:t>Fuzzy Search</a:t>
          </a:r>
          <a:endParaRPr lang="en-GB" sz="1200" b="1" dirty="0"/>
        </a:p>
      </dgm:t>
    </dgm:pt>
    <dgm:pt modelId="{932E11C4-073F-47D5-A073-0C44EFC7DA62}" type="parTrans" cxnId="{4BE86761-13CE-4BA9-981C-CB483F6C9DFE}">
      <dgm:prSet/>
      <dgm:spPr/>
      <dgm:t>
        <a:bodyPr/>
        <a:lstStyle/>
        <a:p>
          <a:endParaRPr lang="en-IN"/>
        </a:p>
      </dgm:t>
    </dgm:pt>
    <dgm:pt modelId="{15E0F715-501A-4065-8E5E-EB5FB8A14CD4}" type="sibTrans" cxnId="{4BE86761-13CE-4BA9-981C-CB483F6C9DFE}">
      <dgm:prSet/>
      <dgm:spPr/>
      <dgm:t>
        <a:bodyPr/>
        <a:lstStyle/>
        <a:p>
          <a:endParaRPr lang="en-IN"/>
        </a:p>
      </dgm:t>
    </dgm:pt>
    <dgm:pt modelId="{A00A748A-78F3-4310-B045-72058AD191E7}">
      <dgm:prSet phldrT="[Text]" custT="1"/>
      <dgm:spPr/>
      <dgm:t>
        <a:bodyPr/>
        <a:lstStyle/>
        <a:p>
          <a:r>
            <a:rPr lang="en-GB" sz="1200" b="1"/>
            <a:t>Dynamic Logic</a:t>
          </a:r>
          <a:endParaRPr lang="en-GB" sz="1200" b="1" dirty="0"/>
        </a:p>
      </dgm:t>
    </dgm:pt>
    <dgm:pt modelId="{4FD442EF-3468-4A5A-9650-2D21DB0A7747}" type="parTrans" cxnId="{7D258CFE-E0C2-49A1-A0CE-D619BCB19C7E}">
      <dgm:prSet/>
      <dgm:spPr/>
      <dgm:t>
        <a:bodyPr/>
        <a:lstStyle/>
        <a:p>
          <a:endParaRPr lang="en-IN"/>
        </a:p>
      </dgm:t>
    </dgm:pt>
    <dgm:pt modelId="{BC1F3745-C51B-4446-BB51-B4CF46E94A6A}" type="sibTrans" cxnId="{7D258CFE-E0C2-49A1-A0CE-D619BCB19C7E}">
      <dgm:prSet/>
      <dgm:spPr/>
      <dgm:t>
        <a:bodyPr/>
        <a:lstStyle/>
        <a:p>
          <a:endParaRPr lang="en-IN"/>
        </a:p>
      </dgm:t>
    </dgm:pt>
    <dgm:pt modelId="{5F1E716D-32E6-4B05-8591-A3186BFC7774}">
      <dgm:prSet phldrT="[Text]" custT="1"/>
      <dgm:spPr/>
      <dgm:t>
        <a:bodyPr/>
        <a:lstStyle/>
        <a:p>
          <a:r>
            <a:rPr lang="en-GB" sz="1200" b="1" dirty="0"/>
            <a:t>Responsive Grid Design</a:t>
          </a:r>
        </a:p>
      </dgm:t>
    </dgm:pt>
    <dgm:pt modelId="{1FABEAE0-3B0F-47B5-BD11-AE5BF2A53469}" type="parTrans" cxnId="{474B6C43-68F9-4ECF-BA49-C51BE50F09E2}">
      <dgm:prSet/>
      <dgm:spPr/>
      <dgm:t>
        <a:bodyPr/>
        <a:lstStyle/>
        <a:p>
          <a:endParaRPr lang="en-IN"/>
        </a:p>
      </dgm:t>
    </dgm:pt>
    <dgm:pt modelId="{95D9867E-5364-4950-8F48-226434347897}" type="sibTrans" cxnId="{474B6C43-68F9-4ECF-BA49-C51BE50F09E2}">
      <dgm:prSet/>
      <dgm:spPr/>
      <dgm:t>
        <a:bodyPr/>
        <a:lstStyle/>
        <a:p>
          <a:endParaRPr lang="en-IN"/>
        </a:p>
      </dgm:t>
    </dgm:pt>
    <dgm:pt modelId="{84494E92-9094-461B-9AC3-BF1826A48BE6}">
      <dgm:prSet phldrT="[Text]" custT="1"/>
      <dgm:spPr/>
      <dgm:t>
        <a:bodyPr/>
        <a:lstStyle/>
        <a:p>
          <a:r>
            <a:rPr lang="en-GB" sz="1200" b="1" dirty="0"/>
            <a:t>Bulk Entry</a:t>
          </a:r>
        </a:p>
      </dgm:t>
    </dgm:pt>
    <dgm:pt modelId="{29FE96D9-3418-4508-B806-280D4A1EF4A9}" type="parTrans" cxnId="{6544608D-2D71-473B-9EE5-EB6032B9C2F8}">
      <dgm:prSet/>
      <dgm:spPr/>
      <dgm:t>
        <a:bodyPr/>
        <a:lstStyle/>
        <a:p>
          <a:endParaRPr lang="en-IN"/>
        </a:p>
      </dgm:t>
    </dgm:pt>
    <dgm:pt modelId="{9255E99E-EDF8-4A33-9572-11E6B9EA5364}" type="sibTrans" cxnId="{6544608D-2D71-473B-9EE5-EB6032B9C2F8}">
      <dgm:prSet/>
      <dgm:spPr/>
      <dgm:t>
        <a:bodyPr/>
        <a:lstStyle/>
        <a:p>
          <a:endParaRPr lang="en-IN"/>
        </a:p>
      </dgm:t>
    </dgm:pt>
    <dgm:pt modelId="{2897037B-D0AB-4A49-9D18-87BD9CE36EA3}">
      <dgm:prSet phldrT="[Text]" custT="1"/>
      <dgm:spPr/>
      <dgm:t>
        <a:bodyPr/>
        <a:lstStyle/>
        <a:p>
          <a:r>
            <a:rPr lang="en-GB" sz="1200" b="1" dirty="0"/>
            <a:t>Link Fallback System</a:t>
          </a:r>
        </a:p>
      </dgm:t>
    </dgm:pt>
    <dgm:pt modelId="{35821609-AE99-47DF-A17C-0AF80FE9B9A4}" type="parTrans" cxnId="{FF3AC70F-4EDB-4E24-9427-102791AD7668}">
      <dgm:prSet/>
      <dgm:spPr/>
      <dgm:t>
        <a:bodyPr/>
        <a:lstStyle/>
        <a:p>
          <a:endParaRPr lang="en-IN"/>
        </a:p>
      </dgm:t>
    </dgm:pt>
    <dgm:pt modelId="{3C6958FF-9E72-4805-AE00-EDBF2C95CF27}" type="sibTrans" cxnId="{FF3AC70F-4EDB-4E24-9427-102791AD7668}">
      <dgm:prSet/>
      <dgm:spPr/>
      <dgm:t>
        <a:bodyPr/>
        <a:lstStyle/>
        <a:p>
          <a:endParaRPr lang="en-IN"/>
        </a:p>
      </dgm:t>
    </dgm:pt>
    <dgm:pt modelId="{98A63A3E-1980-4F30-A434-5606A5FB0C03}">
      <dgm:prSet phldrT="[Text]" custT="1"/>
      <dgm:spPr/>
      <dgm:t>
        <a:bodyPr/>
        <a:lstStyle/>
        <a:p>
          <a:r>
            <a:rPr lang="en-GB" sz="1200"/>
            <a:t>Input Sanitization</a:t>
          </a:r>
          <a:endParaRPr lang="en-GB" sz="1200" dirty="0"/>
        </a:p>
      </dgm:t>
    </dgm:pt>
    <dgm:pt modelId="{6B034BBC-9435-431A-9C40-190AF7D596A5}" type="parTrans" cxnId="{22D1E76C-F20E-48B8-A6A0-3F5A44383FB5}">
      <dgm:prSet/>
      <dgm:spPr/>
      <dgm:t>
        <a:bodyPr/>
        <a:lstStyle/>
        <a:p>
          <a:endParaRPr lang="en-IN"/>
        </a:p>
      </dgm:t>
    </dgm:pt>
    <dgm:pt modelId="{50AE2986-61EA-45A1-9772-2293A682F8D3}" type="sibTrans" cxnId="{22D1E76C-F20E-48B8-A6A0-3F5A44383FB5}">
      <dgm:prSet/>
      <dgm:spPr/>
      <dgm:t>
        <a:bodyPr/>
        <a:lstStyle/>
        <a:p>
          <a:endParaRPr lang="en-IN"/>
        </a:p>
      </dgm:t>
    </dgm:pt>
    <dgm:pt modelId="{76A9077A-2304-4E14-ABF2-063DAFBAB1EB}">
      <dgm:prSet phldrT="[Text]" custT="1"/>
      <dgm:spPr/>
      <dgm:t>
        <a:bodyPr/>
        <a:lstStyle/>
        <a:p>
          <a:r>
            <a:rPr lang="en-GB" sz="1200"/>
            <a:t>Cross-Browser Testing</a:t>
          </a:r>
          <a:endParaRPr lang="en-GB" sz="1200" dirty="0"/>
        </a:p>
      </dgm:t>
    </dgm:pt>
    <dgm:pt modelId="{ACE4BE93-73A4-4CEB-9F51-385B9DC9633E}" type="parTrans" cxnId="{FAA2AAA7-1429-45B5-80BD-1F9955132ED6}">
      <dgm:prSet/>
      <dgm:spPr/>
      <dgm:t>
        <a:bodyPr/>
        <a:lstStyle/>
        <a:p>
          <a:endParaRPr lang="en-IN"/>
        </a:p>
      </dgm:t>
    </dgm:pt>
    <dgm:pt modelId="{784F30B8-5B7A-400A-90AD-9B5A14AF5127}" type="sibTrans" cxnId="{FAA2AAA7-1429-45B5-80BD-1F9955132ED6}">
      <dgm:prSet/>
      <dgm:spPr/>
      <dgm:t>
        <a:bodyPr/>
        <a:lstStyle/>
        <a:p>
          <a:endParaRPr lang="en-IN"/>
        </a:p>
      </dgm:t>
    </dgm:pt>
    <dgm:pt modelId="{5981680D-F7C8-4FE6-BCCE-DE2CFB6AB6DF}">
      <dgm:prSet phldrT="[Text]" custT="1"/>
      <dgm:spPr/>
      <dgm:t>
        <a:bodyPr/>
        <a:lstStyle/>
        <a:p>
          <a:r>
            <a:rPr lang="en-GB" sz="1200"/>
            <a:t>Internship Documentation</a:t>
          </a:r>
          <a:endParaRPr lang="en-GB" sz="1200" dirty="0"/>
        </a:p>
      </dgm:t>
    </dgm:pt>
    <dgm:pt modelId="{E68A2FEF-3B28-4F5D-A3EF-8ACC09C357E1}" type="parTrans" cxnId="{7FC8A20B-37F8-49F5-8ECC-19B4A3CA0878}">
      <dgm:prSet/>
      <dgm:spPr/>
      <dgm:t>
        <a:bodyPr/>
        <a:lstStyle/>
        <a:p>
          <a:endParaRPr lang="en-IN"/>
        </a:p>
      </dgm:t>
    </dgm:pt>
    <dgm:pt modelId="{423153A4-6089-4328-882B-77FCE574DC3E}" type="sibTrans" cxnId="{7FC8A20B-37F8-49F5-8ECC-19B4A3CA0878}">
      <dgm:prSet/>
      <dgm:spPr/>
      <dgm:t>
        <a:bodyPr/>
        <a:lstStyle/>
        <a:p>
          <a:endParaRPr lang="en-IN"/>
        </a:p>
      </dgm:t>
    </dgm:pt>
    <dgm:pt modelId="{E5400895-F99F-7F41-8583-4BD162EA06C2}" type="pres">
      <dgm:prSet presAssocID="{E92234AA-C860-3042-A562-30250E798F7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8E5C753-0B0D-8E4A-87C9-0512E2387AAE}" type="pres">
      <dgm:prSet presAssocID="{7835FD59-B514-0B47-B7B8-0983910456A6}" presName="hierRoot1" presStyleCnt="0"/>
      <dgm:spPr/>
    </dgm:pt>
    <dgm:pt modelId="{5820EE7F-AEA0-3E48-B9D6-424BD60081AD}" type="pres">
      <dgm:prSet presAssocID="{7835FD59-B514-0B47-B7B8-0983910456A6}" presName="composite" presStyleCnt="0"/>
      <dgm:spPr/>
    </dgm:pt>
    <dgm:pt modelId="{93EB40CF-C469-C042-9AAC-9E65599A2A8E}" type="pres">
      <dgm:prSet presAssocID="{7835FD59-B514-0B47-B7B8-0983910456A6}" presName="background" presStyleLbl="node0" presStyleIdx="0" presStyleCnt="1"/>
      <dgm:spPr/>
    </dgm:pt>
    <dgm:pt modelId="{265B3781-273D-0148-87CB-FBE8B43D31EF}" type="pres">
      <dgm:prSet presAssocID="{7835FD59-B514-0B47-B7B8-0983910456A6}" presName="text" presStyleLbl="fgAcc0" presStyleIdx="0" presStyleCnt="1" custScaleX="462161" custScaleY="256453" custLinFactNeighborY="-63104">
        <dgm:presLayoutVars>
          <dgm:chPref val="3"/>
        </dgm:presLayoutVars>
      </dgm:prSet>
      <dgm:spPr/>
    </dgm:pt>
    <dgm:pt modelId="{5C49ECAC-5568-E44A-857C-15EC9EF0E8A5}" type="pres">
      <dgm:prSet presAssocID="{7835FD59-B514-0B47-B7B8-0983910456A6}" presName="hierChild2" presStyleCnt="0"/>
      <dgm:spPr/>
    </dgm:pt>
    <dgm:pt modelId="{564C0382-73AB-AD40-BC20-ACDA75959C27}" type="pres">
      <dgm:prSet presAssocID="{19D8E85A-EF28-1042-9B35-665A12874640}" presName="Name10" presStyleLbl="parChTrans1D2" presStyleIdx="0" presStyleCnt="4"/>
      <dgm:spPr/>
    </dgm:pt>
    <dgm:pt modelId="{10F1810C-02FC-0744-9E7D-3799BAC81C6A}" type="pres">
      <dgm:prSet presAssocID="{DF86860E-2719-A64A-80FF-F56192895399}" presName="hierRoot2" presStyleCnt="0"/>
      <dgm:spPr/>
    </dgm:pt>
    <dgm:pt modelId="{D5498994-C2A0-3C4E-A4A7-D16EB2379558}" type="pres">
      <dgm:prSet presAssocID="{DF86860E-2719-A64A-80FF-F56192895399}" presName="composite2" presStyleCnt="0"/>
      <dgm:spPr/>
    </dgm:pt>
    <dgm:pt modelId="{98C76165-9034-1643-9104-9B92F7A95E7E}" type="pres">
      <dgm:prSet presAssocID="{DF86860E-2719-A64A-80FF-F56192895399}" presName="background2" presStyleLbl="node2" presStyleIdx="0" presStyleCnt="4"/>
      <dgm:spPr/>
    </dgm:pt>
    <dgm:pt modelId="{F1BC48F8-BC78-354B-8D25-7D5CBB308992}" type="pres">
      <dgm:prSet presAssocID="{DF86860E-2719-A64A-80FF-F56192895399}" presName="text2" presStyleLbl="fgAcc2" presStyleIdx="0" presStyleCnt="4" custScaleX="131845">
        <dgm:presLayoutVars>
          <dgm:chPref val="3"/>
        </dgm:presLayoutVars>
      </dgm:prSet>
      <dgm:spPr/>
    </dgm:pt>
    <dgm:pt modelId="{0EDC9799-1D2B-AD42-A6DC-713273D15719}" type="pres">
      <dgm:prSet presAssocID="{DF86860E-2719-A64A-80FF-F56192895399}" presName="hierChild3" presStyleCnt="0"/>
      <dgm:spPr/>
    </dgm:pt>
    <dgm:pt modelId="{DCE69291-ADE0-4F48-BF72-30F0A323EDB9}" type="pres">
      <dgm:prSet presAssocID="{9088F1D1-437C-4C05-BEF2-22FCF23765E9}" presName="Name17" presStyleLbl="parChTrans1D3" presStyleIdx="0" presStyleCnt="5"/>
      <dgm:spPr/>
    </dgm:pt>
    <dgm:pt modelId="{620F61D8-26C1-477A-A107-8C1CA96E3E97}" type="pres">
      <dgm:prSet presAssocID="{F28132D4-6E5E-4307-AF99-582348191FA5}" presName="hierRoot3" presStyleCnt="0"/>
      <dgm:spPr/>
    </dgm:pt>
    <dgm:pt modelId="{7E71BC54-BC90-475B-942D-AC6CBDBCFC96}" type="pres">
      <dgm:prSet presAssocID="{F28132D4-6E5E-4307-AF99-582348191FA5}" presName="composite3" presStyleCnt="0"/>
      <dgm:spPr/>
    </dgm:pt>
    <dgm:pt modelId="{207695A7-201F-41F7-A2A6-FEFFD5BCDA8B}" type="pres">
      <dgm:prSet presAssocID="{F28132D4-6E5E-4307-AF99-582348191FA5}" presName="background3" presStyleLbl="node3" presStyleIdx="0" presStyleCnt="5"/>
      <dgm:spPr/>
    </dgm:pt>
    <dgm:pt modelId="{FDD9562F-EC06-4EB4-A358-BC298EBD3339}" type="pres">
      <dgm:prSet presAssocID="{F28132D4-6E5E-4307-AF99-582348191FA5}" presName="text3" presStyleLbl="fgAcc3" presStyleIdx="0" presStyleCnt="5" custScaleX="150330" custScaleY="115453">
        <dgm:presLayoutVars>
          <dgm:chPref val="3"/>
        </dgm:presLayoutVars>
      </dgm:prSet>
      <dgm:spPr/>
    </dgm:pt>
    <dgm:pt modelId="{79A48573-FC8E-4DD4-81EE-2BE7EED717B4}" type="pres">
      <dgm:prSet presAssocID="{F28132D4-6E5E-4307-AF99-582348191FA5}" presName="hierChild4" presStyleCnt="0"/>
      <dgm:spPr/>
    </dgm:pt>
    <dgm:pt modelId="{2843964D-59C6-4373-B46F-507ACAA872F8}" type="pres">
      <dgm:prSet presAssocID="{B658B4EA-2E98-4DA8-9412-BE742613A008}" presName="Name23" presStyleLbl="parChTrans1D4" presStyleIdx="0" presStyleCnt="12"/>
      <dgm:spPr/>
    </dgm:pt>
    <dgm:pt modelId="{3EC40F8C-82E0-4E50-8ABF-2F2D1E5970DC}" type="pres">
      <dgm:prSet presAssocID="{4C002B7E-BDFA-4E28-8AB4-8CD6D3D6EECD}" presName="hierRoot4" presStyleCnt="0"/>
      <dgm:spPr/>
    </dgm:pt>
    <dgm:pt modelId="{718431A8-F627-45A3-A7D9-9B5F4BFA1BCB}" type="pres">
      <dgm:prSet presAssocID="{4C002B7E-BDFA-4E28-8AB4-8CD6D3D6EECD}" presName="composite4" presStyleCnt="0"/>
      <dgm:spPr/>
    </dgm:pt>
    <dgm:pt modelId="{DCC536C0-F95D-4584-87B4-BFAFD8154E55}" type="pres">
      <dgm:prSet presAssocID="{4C002B7E-BDFA-4E28-8AB4-8CD6D3D6EECD}" presName="background4" presStyleLbl="node4" presStyleIdx="0" presStyleCnt="12"/>
      <dgm:spPr/>
    </dgm:pt>
    <dgm:pt modelId="{44B85079-792D-44E3-BD18-E1DD359226F6}" type="pres">
      <dgm:prSet presAssocID="{4C002B7E-BDFA-4E28-8AB4-8CD6D3D6EECD}" presName="text4" presStyleLbl="fgAcc4" presStyleIdx="0" presStyleCnt="12">
        <dgm:presLayoutVars>
          <dgm:chPref val="3"/>
        </dgm:presLayoutVars>
      </dgm:prSet>
      <dgm:spPr/>
    </dgm:pt>
    <dgm:pt modelId="{0FF19394-4A3B-43B4-9064-C2CB2A5DBF74}" type="pres">
      <dgm:prSet presAssocID="{4C002B7E-BDFA-4E28-8AB4-8CD6D3D6EECD}" presName="hierChild5" presStyleCnt="0"/>
      <dgm:spPr/>
    </dgm:pt>
    <dgm:pt modelId="{099F1B59-4846-4AFA-916B-0060DC8EDB33}" type="pres">
      <dgm:prSet presAssocID="{3530A970-95E4-4392-8E22-2A201EF26F3A}" presName="Name23" presStyleLbl="parChTrans1D4" presStyleIdx="1" presStyleCnt="12"/>
      <dgm:spPr/>
    </dgm:pt>
    <dgm:pt modelId="{27720258-A987-4ABA-8527-7ADE37D135C6}" type="pres">
      <dgm:prSet presAssocID="{D200C20E-1F78-48AE-A9CF-29C9112B0E57}" presName="hierRoot4" presStyleCnt="0"/>
      <dgm:spPr/>
    </dgm:pt>
    <dgm:pt modelId="{90EBFFB6-AAED-407D-8BE0-706127D999C0}" type="pres">
      <dgm:prSet presAssocID="{D200C20E-1F78-48AE-A9CF-29C9112B0E57}" presName="composite4" presStyleCnt="0"/>
      <dgm:spPr/>
    </dgm:pt>
    <dgm:pt modelId="{E49C9BCD-F0AC-4134-93D8-2ED77125F7D7}" type="pres">
      <dgm:prSet presAssocID="{D200C20E-1F78-48AE-A9CF-29C9112B0E57}" presName="background4" presStyleLbl="node4" presStyleIdx="1" presStyleCnt="12"/>
      <dgm:spPr/>
    </dgm:pt>
    <dgm:pt modelId="{61C61B7F-9C1C-4A21-B0E0-DE58A15F60A1}" type="pres">
      <dgm:prSet presAssocID="{D200C20E-1F78-48AE-A9CF-29C9112B0E57}" presName="text4" presStyleLbl="fgAcc4" presStyleIdx="1" presStyleCnt="12" custScaleX="107744" custScaleY="158260">
        <dgm:presLayoutVars>
          <dgm:chPref val="3"/>
        </dgm:presLayoutVars>
      </dgm:prSet>
      <dgm:spPr/>
    </dgm:pt>
    <dgm:pt modelId="{823FD4D5-02DF-40D6-B945-CF35F95017C9}" type="pres">
      <dgm:prSet presAssocID="{D200C20E-1F78-48AE-A9CF-29C9112B0E57}" presName="hierChild5" presStyleCnt="0"/>
      <dgm:spPr/>
    </dgm:pt>
    <dgm:pt modelId="{42F2F2A9-05BC-4639-A712-C70B22990B5C}" type="pres">
      <dgm:prSet presAssocID="{437C188E-2C20-4A85-B418-0872F226BC7B}" presName="Name23" presStyleLbl="parChTrans1D4" presStyleIdx="2" presStyleCnt="12"/>
      <dgm:spPr/>
    </dgm:pt>
    <dgm:pt modelId="{195E5803-92BD-469C-AF50-BF659BF1EA96}" type="pres">
      <dgm:prSet presAssocID="{68CE54D6-E10F-4CFE-9EE2-1D874AD036B6}" presName="hierRoot4" presStyleCnt="0"/>
      <dgm:spPr/>
    </dgm:pt>
    <dgm:pt modelId="{F1340F4C-77CD-4A33-98C8-9C7FB2AF217D}" type="pres">
      <dgm:prSet presAssocID="{68CE54D6-E10F-4CFE-9EE2-1D874AD036B6}" presName="composite4" presStyleCnt="0"/>
      <dgm:spPr/>
    </dgm:pt>
    <dgm:pt modelId="{D289209E-9B71-4084-A767-76866E768397}" type="pres">
      <dgm:prSet presAssocID="{68CE54D6-E10F-4CFE-9EE2-1D874AD036B6}" presName="background4" presStyleLbl="node4" presStyleIdx="2" presStyleCnt="12"/>
      <dgm:spPr/>
    </dgm:pt>
    <dgm:pt modelId="{9142C327-C816-436B-9671-4C0473B450D1}" type="pres">
      <dgm:prSet presAssocID="{68CE54D6-E10F-4CFE-9EE2-1D874AD036B6}" presName="text4" presStyleLbl="fgAcc4" presStyleIdx="2" presStyleCnt="12">
        <dgm:presLayoutVars>
          <dgm:chPref val="3"/>
        </dgm:presLayoutVars>
      </dgm:prSet>
      <dgm:spPr/>
    </dgm:pt>
    <dgm:pt modelId="{636B1FD8-6CBA-4612-86E6-921DDEAF350B}" type="pres">
      <dgm:prSet presAssocID="{68CE54D6-E10F-4CFE-9EE2-1D874AD036B6}" presName="hierChild5" presStyleCnt="0"/>
      <dgm:spPr/>
    </dgm:pt>
    <dgm:pt modelId="{CFFA7558-0139-FA4C-979C-AB56256C62DB}" type="pres">
      <dgm:prSet presAssocID="{C40EC512-88AF-B24D-AAB3-3E9A66643198}" presName="Name10" presStyleLbl="parChTrans1D2" presStyleIdx="1" presStyleCnt="4"/>
      <dgm:spPr/>
    </dgm:pt>
    <dgm:pt modelId="{6EC83D77-56A9-104D-AE1E-CD057355C747}" type="pres">
      <dgm:prSet presAssocID="{03B89768-B859-2E49-8534-20D1EFA29B3B}" presName="hierRoot2" presStyleCnt="0"/>
      <dgm:spPr/>
    </dgm:pt>
    <dgm:pt modelId="{DC8CD46E-7392-1744-84C8-9E787FE21689}" type="pres">
      <dgm:prSet presAssocID="{03B89768-B859-2E49-8534-20D1EFA29B3B}" presName="composite2" presStyleCnt="0"/>
      <dgm:spPr/>
    </dgm:pt>
    <dgm:pt modelId="{10ED8AD8-C95D-7F46-8284-6BFFCB8023D0}" type="pres">
      <dgm:prSet presAssocID="{03B89768-B859-2E49-8534-20D1EFA29B3B}" presName="background2" presStyleLbl="node2" presStyleIdx="1" presStyleCnt="4"/>
      <dgm:spPr/>
    </dgm:pt>
    <dgm:pt modelId="{CE004470-AE31-6542-BE4E-74C32357678F}" type="pres">
      <dgm:prSet presAssocID="{03B89768-B859-2E49-8534-20D1EFA29B3B}" presName="text2" presStyleLbl="fgAcc2" presStyleIdx="1" presStyleCnt="4" custScaleX="176027" custScaleY="111835">
        <dgm:presLayoutVars>
          <dgm:chPref val="3"/>
        </dgm:presLayoutVars>
      </dgm:prSet>
      <dgm:spPr/>
    </dgm:pt>
    <dgm:pt modelId="{05B32D1F-AA47-BD4B-9861-CEB2BA77339A}" type="pres">
      <dgm:prSet presAssocID="{03B89768-B859-2E49-8534-20D1EFA29B3B}" presName="hierChild3" presStyleCnt="0"/>
      <dgm:spPr/>
    </dgm:pt>
    <dgm:pt modelId="{3B47F7D7-A563-4773-9F46-EA5C986098BB}" type="pres">
      <dgm:prSet presAssocID="{470A0F56-4DA2-41CA-A52D-AA9086B687A5}" presName="Name17" presStyleLbl="parChTrans1D3" presStyleIdx="1" presStyleCnt="5"/>
      <dgm:spPr/>
    </dgm:pt>
    <dgm:pt modelId="{C8753D40-28B9-4174-9582-24C06AD766FB}" type="pres">
      <dgm:prSet presAssocID="{E7228EDD-CB4D-4547-A6E3-CF7D391AC153}" presName="hierRoot3" presStyleCnt="0"/>
      <dgm:spPr/>
    </dgm:pt>
    <dgm:pt modelId="{3F6FF4C6-D778-4225-BA7F-7E5EE918213D}" type="pres">
      <dgm:prSet presAssocID="{E7228EDD-CB4D-4547-A6E3-CF7D391AC153}" presName="composite3" presStyleCnt="0"/>
      <dgm:spPr/>
    </dgm:pt>
    <dgm:pt modelId="{75DA190F-FEB2-4CC5-8E5C-78F4ED2F77F8}" type="pres">
      <dgm:prSet presAssocID="{E7228EDD-CB4D-4547-A6E3-CF7D391AC153}" presName="background3" presStyleLbl="node3" presStyleIdx="1" presStyleCnt="5"/>
      <dgm:spPr/>
    </dgm:pt>
    <dgm:pt modelId="{E3E08E8F-FA0E-4F7C-BA58-CF7E5533BDD5}" type="pres">
      <dgm:prSet presAssocID="{E7228EDD-CB4D-4547-A6E3-CF7D391AC153}" presName="text3" presStyleLbl="fgAcc3" presStyleIdx="1" presStyleCnt="5" custScaleX="152315" custScaleY="116026">
        <dgm:presLayoutVars>
          <dgm:chPref val="3"/>
        </dgm:presLayoutVars>
      </dgm:prSet>
      <dgm:spPr/>
    </dgm:pt>
    <dgm:pt modelId="{99864270-8F0C-4C0E-AAF4-A0E855F94589}" type="pres">
      <dgm:prSet presAssocID="{E7228EDD-CB4D-4547-A6E3-CF7D391AC153}" presName="hierChild4" presStyleCnt="0"/>
      <dgm:spPr/>
    </dgm:pt>
    <dgm:pt modelId="{123DF02E-19A1-400A-8F12-60B9E3861355}" type="pres">
      <dgm:prSet presAssocID="{BD3A5C60-C1A6-487D-9EF2-B3393246D532}" presName="Name23" presStyleLbl="parChTrans1D4" presStyleIdx="3" presStyleCnt="12"/>
      <dgm:spPr/>
    </dgm:pt>
    <dgm:pt modelId="{17DCE2D4-26FB-49C1-869B-EE692782F4F2}" type="pres">
      <dgm:prSet presAssocID="{E153CEFF-E302-4D95-9DC5-E3F7941316D1}" presName="hierRoot4" presStyleCnt="0"/>
      <dgm:spPr/>
    </dgm:pt>
    <dgm:pt modelId="{0F1AFD94-920A-42BD-9754-4FD9EE44E9EF}" type="pres">
      <dgm:prSet presAssocID="{E153CEFF-E302-4D95-9DC5-E3F7941316D1}" presName="composite4" presStyleCnt="0"/>
      <dgm:spPr/>
    </dgm:pt>
    <dgm:pt modelId="{1631C783-16A2-4AF0-A70C-B808B57DA990}" type="pres">
      <dgm:prSet presAssocID="{E153CEFF-E302-4D95-9DC5-E3F7941316D1}" presName="background4" presStyleLbl="node4" presStyleIdx="3" presStyleCnt="12"/>
      <dgm:spPr/>
    </dgm:pt>
    <dgm:pt modelId="{837A88EE-9AEB-4EB6-828D-9043E0FE985E}" type="pres">
      <dgm:prSet presAssocID="{E153CEFF-E302-4D95-9DC5-E3F7941316D1}" presName="text4" presStyleLbl="fgAcc4" presStyleIdx="3" presStyleCnt="12">
        <dgm:presLayoutVars>
          <dgm:chPref val="3"/>
        </dgm:presLayoutVars>
      </dgm:prSet>
      <dgm:spPr/>
    </dgm:pt>
    <dgm:pt modelId="{E78D2194-183D-42E0-9F9F-18BD91A4E706}" type="pres">
      <dgm:prSet presAssocID="{E153CEFF-E302-4D95-9DC5-E3F7941316D1}" presName="hierChild5" presStyleCnt="0"/>
      <dgm:spPr/>
    </dgm:pt>
    <dgm:pt modelId="{0246B754-78F7-4ACE-9C10-13BA62568656}" type="pres">
      <dgm:prSet presAssocID="{932E11C4-073F-47D5-A073-0C44EFC7DA62}" presName="Name23" presStyleLbl="parChTrans1D4" presStyleIdx="4" presStyleCnt="12"/>
      <dgm:spPr/>
    </dgm:pt>
    <dgm:pt modelId="{28EF9C47-E69D-4490-90C5-5F4F062F4C41}" type="pres">
      <dgm:prSet presAssocID="{313AD5F3-381E-44F0-9E01-5187920D4AC4}" presName="hierRoot4" presStyleCnt="0"/>
      <dgm:spPr/>
    </dgm:pt>
    <dgm:pt modelId="{97A8C325-B4E3-42CB-954D-DDDBF42290B3}" type="pres">
      <dgm:prSet presAssocID="{313AD5F3-381E-44F0-9E01-5187920D4AC4}" presName="composite4" presStyleCnt="0"/>
      <dgm:spPr/>
    </dgm:pt>
    <dgm:pt modelId="{040D8BE6-2220-4FD2-A41E-23E9E99AF44B}" type="pres">
      <dgm:prSet presAssocID="{313AD5F3-381E-44F0-9E01-5187920D4AC4}" presName="background4" presStyleLbl="node4" presStyleIdx="4" presStyleCnt="12"/>
      <dgm:spPr/>
    </dgm:pt>
    <dgm:pt modelId="{DC27B361-E105-4FB8-A94D-6E6B2F2C4CF9}" type="pres">
      <dgm:prSet presAssocID="{313AD5F3-381E-44F0-9E01-5187920D4AC4}" presName="text4" presStyleLbl="fgAcc4" presStyleIdx="4" presStyleCnt="12">
        <dgm:presLayoutVars>
          <dgm:chPref val="3"/>
        </dgm:presLayoutVars>
      </dgm:prSet>
      <dgm:spPr/>
    </dgm:pt>
    <dgm:pt modelId="{C40D1D67-BF63-42B7-8B65-E1978879347D}" type="pres">
      <dgm:prSet presAssocID="{313AD5F3-381E-44F0-9E01-5187920D4AC4}" presName="hierChild5" presStyleCnt="0"/>
      <dgm:spPr/>
    </dgm:pt>
    <dgm:pt modelId="{CC043AC3-FF37-4F15-B0AF-560FC9910C82}" type="pres">
      <dgm:prSet presAssocID="{4FD442EF-3468-4A5A-9650-2D21DB0A7747}" presName="Name23" presStyleLbl="parChTrans1D4" presStyleIdx="5" presStyleCnt="12"/>
      <dgm:spPr/>
    </dgm:pt>
    <dgm:pt modelId="{7C75E1EF-DE72-4A62-9ADF-EDE20A6E5EBE}" type="pres">
      <dgm:prSet presAssocID="{A00A748A-78F3-4310-B045-72058AD191E7}" presName="hierRoot4" presStyleCnt="0"/>
      <dgm:spPr/>
    </dgm:pt>
    <dgm:pt modelId="{56E6E063-67A8-41F6-9256-74B2094726AF}" type="pres">
      <dgm:prSet presAssocID="{A00A748A-78F3-4310-B045-72058AD191E7}" presName="composite4" presStyleCnt="0"/>
      <dgm:spPr/>
    </dgm:pt>
    <dgm:pt modelId="{D57F113A-4803-4A5D-AD8E-731EAAC49E7F}" type="pres">
      <dgm:prSet presAssocID="{A00A748A-78F3-4310-B045-72058AD191E7}" presName="background4" presStyleLbl="node4" presStyleIdx="5" presStyleCnt="12"/>
      <dgm:spPr/>
    </dgm:pt>
    <dgm:pt modelId="{E0645367-55D1-415A-A427-94C0F3B91B64}" type="pres">
      <dgm:prSet presAssocID="{A00A748A-78F3-4310-B045-72058AD191E7}" presName="text4" presStyleLbl="fgAcc4" presStyleIdx="5" presStyleCnt="12">
        <dgm:presLayoutVars>
          <dgm:chPref val="3"/>
        </dgm:presLayoutVars>
      </dgm:prSet>
      <dgm:spPr/>
    </dgm:pt>
    <dgm:pt modelId="{DD854634-D95F-426F-958B-C4D4759D84F3}" type="pres">
      <dgm:prSet presAssocID="{A00A748A-78F3-4310-B045-72058AD191E7}" presName="hierChild5" presStyleCnt="0"/>
      <dgm:spPr/>
    </dgm:pt>
    <dgm:pt modelId="{BAE9D8D9-F63B-0243-A497-F16166EB0CBB}" type="pres">
      <dgm:prSet presAssocID="{DB346DC5-5247-BD41-9BBB-38F381C6763A}" presName="Name10" presStyleLbl="parChTrans1D2" presStyleIdx="2" presStyleCnt="4"/>
      <dgm:spPr/>
    </dgm:pt>
    <dgm:pt modelId="{7D3F5C1B-61DC-AD42-8AE5-BEEE45F0D2A2}" type="pres">
      <dgm:prSet presAssocID="{1BC165AB-B879-6E45-BE42-9DB85E468E5E}" presName="hierRoot2" presStyleCnt="0"/>
      <dgm:spPr/>
    </dgm:pt>
    <dgm:pt modelId="{AC665988-D2DC-E14F-B467-28ADF91F8F15}" type="pres">
      <dgm:prSet presAssocID="{1BC165AB-B879-6E45-BE42-9DB85E468E5E}" presName="composite2" presStyleCnt="0"/>
      <dgm:spPr/>
    </dgm:pt>
    <dgm:pt modelId="{B1AEAF6C-B8B1-1748-805C-DEA9F80466AD}" type="pres">
      <dgm:prSet presAssocID="{1BC165AB-B879-6E45-BE42-9DB85E468E5E}" presName="background2" presStyleLbl="node2" presStyleIdx="2" presStyleCnt="4"/>
      <dgm:spPr/>
    </dgm:pt>
    <dgm:pt modelId="{C9D855B1-F204-3449-A0AB-C83C199BFD6B}" type="pres">
      <dgm:prSet presAssocID="{1BC165AB-B879-6E45-BE42-9DB85E468E5E}" presName="text2" presStyleLbl="fgAcc2" presStyleIdx="2" presStyleCnt="4" custScaleX="167137">
        <dgm:presLayoutVars>
          <dgm:chPref val="3"/>
        </dgm:presLayoutVars>
      </dgm:prSet>
      <dgm:spPr/>
    </dgm:pt>
    <dgm:pt modelId="{158DD9B6-60BC-2441-9B3A-ABE4E09BA18B}" type="pres">
      <dgm:prSet presAssocID="{1BC165AB-B879-6E45-BE42-9DB85E468E5E}" presName="hierChild3" presStyleCnt="0"/>
      <dgm:spPr/>
    </dgm:pt>
    <dgm:pt modelId="{97C809A7-47D6-4A3A-990D-D65EFA5E399F}" type="pres">
      <dgm:prSet presAssocID="{31D1BBD3-FBA2-4752-A8BD-6BF9C6A142D4}" presName="Name17" presStyleLbl="parChTrans1D3" presStyleIdx="2" presStyleCnt="5"/>
      <dgm:spPr/>
    </dgm:pt>
    <dgm:pt modelId="{95E00EC4-5D1C-40A9-A111-71CCA932188D}" type="pres">
      <dgm:prSet presAssocID="{03B36AD2-0712-423D-AFFF-C336E2D23472}" presName="hierRoot3" presStyleCnt="0"/>
      <dgm:spPr/>
    </dgm:pt>
    <dgm:pt modelId="{4AEAFBCD-0488-4711-BDD3-65C372273A5E}" type="pres">
      <dgm:prSet presAssocID="{03B36AD2-0712-423D-AFFF-C336E2D23472}" presName="composite3" presStyleCnt="0"/>
      <dgm:spPr/>
    </dgm:pt>
    <dgm:pt modelId="{3770F188-A93F-4E05-95FC-2B26AC9BCECB}" type="pres">
      <dgm:prSet presAssocID="{03B36AD2-0712-423D-AFFF-C336E2D23472}" presName="background3" presStyleLbl="node3" presStyleIdx="2" presStyleCnt="5"/>
      <dgm:spPr/>
    </dgm:pt>
    <dgm:pt modelId="{62CDF6EF-E773-42A4-BED1-20365A25C906}" type="pres">
      <dgm:prSet presAssocID="{03B36AD2-0712-423D-AFFF-C336E2D23472}" presName="text3" presStyleLbl="fgAcc3" presStyleIdx="2" presStyleCnt="5" custScaleX="126295" custScaleY="131712">
        <dgm:presLayoutVars>
          <dgm:chPref val="3"/>
        </dgm:presLayoutVars>
      </dgm:prSet>
      <dgm:spPr/>
    </dgm:pt>
    <dgm:pt modelId="{2239D524-B742-4451-869F-F25A727D2E2C}" type="pres">
      <dgm:prSet presAssocID="{03B36AD2-0712-423D-AFFF-C336E2D23472}" presName="hierChild4" presStyleCnt="0"/>
      <dgm:spPr/>
    </dgm:pt>
    <dgm:pt modelId="{FDDB0139-F84F-4E96-AA2D-17A59FFDAD0D}" type="pres">
      <dgm:prSet presAssocID="{1FABEAE0-3B0F-47B5-BD11-AE5BF2A53469}" presName="Name23" presStyleLbl="parChTrans1D4" presStyleIdx="6" presStyleCnt="12"/>
      <dgm:spPr/>
    </dgm:pt>
    <dgm:pt modelId="{60A3AD1B-647B-4105-82A7-19DC86D79417}" type="pres">
      <dgm:prSet presAssocID="{5F1E716D-32E6-4B05-8591-A3186BFC7774}" presName="hierRoot4" presStyleCnt="0"/>
      <dgm:spPr/>
    </dgm:pt>
    <dgm:pt modelId="{92DB56BA-05B9-4995-B514-1D78909765C2}" type="pres">
      <dgm:prSet presAssocID="{5F1E716D-32E6-4B05-8591-A3186BFC7774}" presName="composite4" presStyleCnt="0"/>
      <dgm:spPr/>
    </dgm:pt>
    <dgm:pt modelId="{91BD8DF7-8E94-417B-94E2-2247D10B3338}" type="pres">
      <dgm:prSet presAssocID="{5F1E716D-32E6-4B05-8591-A3186BFC7774}" presName="background4" presStyleLbl="node4" presStyleIdx="6" presStyleCnt="12"/>
      <dgm:spPr/>
    </dgm:pt>
    <dgm:pt modelId="{033E9A72-9596-4AD8-AA3A-5EE0CCACCEE3}" type="pres">
      <dgm:prSet presAssocID="{5F1E716D-32E6-4B05-8591-A3186BFC7774}" presName="text4" presStyleLbl="fgAcc4" presStyleIdx="6" presStyleCnt="12">
        <dgm:presLayoutVars>
          <dgm:chPref val="3"/>
        </dgm:presLayoutVars>
      </dgm:prSet>
      <dgm:spPr/>
    </dgm:pt>
    <dgm:pt modelId="{9F944902-546D-41E6-B7D7-B8AFF1524493}" type="pres">
      <dgm:prSet presAssocID="{5F1E716D-32E6-4B05-8591-A3186BFC7774}" presName="hierChild5" presStyleCnt="0"/>
      <dgm:spPr/>
    </dgm:pt>
    <dgm:pt modelId="{7610A8C2-28D8-4DE6-AF38-29E4DBF45698}" type="pres">
      <dgm:prSet presAssocID="{29FE96D9-3418-4508-B806-280D4A1EF4A9}" presName="Name23" presStyleLbl="parChTrans1D4" presStyleIdx="7" presStyleCnt="12"/>
      <dgm:spPr/>
    </dgm:pt>
    <dgm:pt modelId="{045858DF-ED86-48D3-9FD8-46D1C103C300}" type="pres">
      <dgm:prSet presAssocID="{84494E92-9094-461B-9AC3-BF1826A48BE6}" presName="hierRoot4" presStyleCnt="0"/>
      <dgm:spPr/>
    </dgm:pt>
    <dgm:pt modelId="{FC5C6C8C-4CC1-49F6-BA1F-FE95C1B11039}" type="pres">
      <dgm:prSet presAssocID="{84494E92-9094-461B-9AC3-BF1826A48BE6}" presName="composite4" presStyleCnt="0"/>
      <dgm:spPr/>
    </dgm:pt>
    <dgm:pt modelId="{0AACE79F-1DAD-48BC-8718-91107D3FE30C}" type="pres">
      <dgm:prSet presAssocID="{84494E92-9094-461B-9AC3-BF1826A48BE6}" presName="background4" presStyleLbl="node4" presStyleIdx="7" presStyleCnt="12"/>
      <dgm:spPr/>
    </dgm:pt>
    <dgm:pt modelId="{FA175A13-6FA8-4D97-95BE-B5B3434E5872}" type="pres">
      <dgm:prSet presAssocID="{84494E92-9094-461B-9AC3-BF1826A48BE6}" presName="text4" presStyleLbl="fgAcc4" presStyleIdx="7" presStyleCnt="12">
        <dgm:presLayoutVars>
          <dgm:chPref val="3"/>
        </dgm:presLayoutVars>
      </dgm:prSet>
      <dgm:spPr/>
    </dgm:pt>
    <dgm:pt modelId="{B68CFAC2-AC41-41D0-B800-A53BA784A41C}" type="pres">
      <dgm:prSet presAssocID="{84494E92-9094-461B-9AC3-BF1826A48BE6}" presName="hierChild5" presStyleCnt="0"/>
      <dgm:spPr/>
    </dgm:pt>
    <dgm:pt modelId="{FFBAA4AC-0483-4867-91D6-31173F415BC6}" type="pres">
      <dgm:prSet presAssocID="{35821609-AE99-47DF-A17C-0AF80FE9B9A4}" presName="Name23" presStyleLbl="parChTrans1D4" presStyleIdx="8" presStyleCnt="12"/>
      <dgm:spPr/>
    </dgm:pt>
    <dgm:pt modelId="{DEA5E2FC-2CF2-455C-B611-A6DF246853D8}" type="pres">
      <dgm:prSet presAssocID="{2897037B-D0AB-4A49-9D18-87BD9CE36EA3}" presName="hierRoot4" presStyleCnt="0"/>
      <dgm:spPr/>
    </dgm:pt>
    <dgm:pt modelId="{65F331F1-389D-4D51-8C80-5DEB97F37D5A}" type="pres">
      <dgm:prSet presAssocID="{2897037B-D0AB-4A49-9D18-87BD9CE36EA3}" presName="composite4" presStyleCnt="0"/>
      <dgm:spPr/>
    </dgm:pt>
    <dgm:pt modelId="{B448F80B-90A5-4510-80E7-8CC26F091791}" type="pres">
      <dgm:prSet presAssocID="{2897037B-D0AB-4A49-9D18-87BD9CE36EA3}" presName="background4" presStyleLbl="node4" presStyleIdx="8" presStyleCnt="12"/>
      <dgm:spPr/>
    </dgm:pt>
    <dgm:pt modelId="{9836BC03-7BE3-43EB-B1A2-97A9D7A42A9C}" type="pres">
      <dgm:prSet presAssocID="{2897037B-D0AB-4A49-9D18-87BD9CE36EA3}" presName="text4" presStyleLbl="fgAcc4" presStyleIdx="8" presStyleCnt="12" custLinFactNeighborY="1982">
        <dgm:presLayoutVars>
          <dgm:chPref val="3"/>
        </dgm:presLayoutVars>
      </dgm:prSet>
      <dgm:spPr/>
    </dgm:pt>
    <dgm:pt modelId="{A6E37E21-6C70-4906-BB13-2B46DF929D74}" type="pres">
      <dgm:prSet presAssocID="{2897037B-D0AB-4A49-9D18-87BD9CE36EA3}" presName="hierChild5" presStyleCnt="0"/>
      <dgm:spPr/>
    </dgm:pt>
    <dgm:pt modelId="{F807AFEA-B608-466F-831F-40FA443C9046}" type="pres">
      <dgm:prSet presAssocID="{CC45616B-36E2-4E31-9382-C7663B3AAF9F}" presName="Name17" presStyleLbl="parChTrans1D3" presStyleIdx="3" presStyleCnt="5"/>
      <dgm:spPr/>
    </dgm:pt>
    <dgm:pt modelId="{58C02BAA-3E1D-4402-A3DA-A942D4376031}" type="pres">
      <dgm:prSet presAssocID="{7F3D3553-5C3C-4D06-AC13-7F1F537A87B9}" presName="hierRoot3" presStyleCnt="0"/>
      <dgm:spPr/>
    </dgm:pt>
    <dgm:pt modelId="{76183AEC-8157-4EDE-8181-C8A7FCE08C98}" type="pres">
      <dgm:prSet presAssocID="{7F3D3553-5C3C-4D06-AC13-7F1F537A87B9}" presName="composite3" presStyleCnt="0"/>
      <dgm:spPr/>
    </dgm:pt>
    <dgm:pt modelId="{6F81269E-E4E1-4BA3-8AFC-FC730A6EADE9}" type="pres">
      <dgm:prSet presAssocID="{7F3D3553-5C3C-4D06-AC13-7F1F537A87B9}" presName="background3" presStyleLbl="node3" presStyleIdx="3" presStyleCnt="5"/>
      <dgm:spPr/>
    </dgm:pt>
    <dgm:pt modelId="{C0B2D5AF-D385-4F23-A8E1-2BF2D98F4DF1}" type="pres">
      <dgm:prSet presAssocID="{7F3D3553-5C3C-4D06-AC13-7F1F537A87B9}" presName="text3" presStyleLbl="fgAcc3" presStyleIdx="3" presStyleCnt="5" custScaleX="151184" custScaleY="124068">
        <dgm:presLayoutVars>
          <dgm:chPref val="3"/>
        </dgm:presLayoutVars>
      </dgm:prSet>
      <dgm:spPr/>
    </dgm:pt>
    <dgm:pt modelId="{D8107B5D-0142-4B27-8021-EA42671D2596}" type="pres">
      <dgm:prSet presAssocID="{7F3D3553-5C3C-4D06-AC13-7F1F537A87B9}" presName="hierChild4" presStyleCnt="0"/>
      <dgm:spPr/>
    </dgm:pt>
    <dgm:pt modelId="{E7BF6B1B-8C0B-4E6A-8C00-FF6B5882853F}" type="pres">
      <dgm:prSet presAssocID="{C048921F-4EB1-284C-AA0A-60D6AD5FBA44}" presName="Name10" presStyleLbl="parChTrans1D2" presStyleIdx="3" presStyleCnt="4"/>
      <dgm:spPr/>
    </dgm:pt>
    <dgm:pt modelId="{9B13D24F-1548-46DD-94A4-290CD15A808D}" type="pres">
      <dgm:prSet presAssocID="{089FD83E-6928-1E43-95D3-124D5441D173}" presName="hierRoot2" presStyleCnt="0"/>
      <dgm:spPr/>
    </dgm:pt>
    <dgm:pt modelId="{99768F48-85E9-4A0C-BA42-92DCEE763F43}" type="pres">
      <dgm:prSet presAssocID="{089FD83E-6928-1E43-95D3-124D5441D173}" presName="composite2" presStyleCnt="0"/>
      <dgm:spPr/>
    </dgm:pt>
    <dgm:pt modelId="{B8011D0D-B851-49B1-9763-15877C00025B}" type="pres">
      <dgm:prSet presAssocID="{089FD83E-6928-1E43-95D3-124D5441D173}" presName="background2" presStyleLbl="node2" presStyleIdx="3" presStyleCnt="4"/>
      <dgm:spPr/>
    </dgm:pt>
    <dgm:pt modelId="{705AE74D-7383-4D63-927D-98C2BC45872F}" type="pres">
      <dgm:prSet presAssocID="{089FD83E-6928-1E43-95D3-124D5441D173}" presName="text2" presStyleLbl="fgAcc2" presStyleIdx="3" presStyleCnt="4" custScaleX="157280" custScaleY="111900">
        <dgm:presLayoutVars>
          <dgm:chPref val="3"/>
        </dgm:presLayoutVars>
      </dgm:prSet>
      <dgm:spPr/>
    </dgm:pt>
    <dgm:pt modelId="{1D3D58A5-6DD7-4D4C-AC3A-189BF0488AF0}" type="pres">
      <dgm:prSet presAssocID="{089FD83E-6928-1E43-95D3-124D5441D173}" presName="hierChild3" presStyleCnt="0"/>
      <dgm:spPr/>
    </dgm:pt>
    <dgm:pt modelId="{D5177C6C-6CAD-442E-B330-3DCA6E28B7BF}" type="pres">
      <dgm:prSet presAssocID="{EA4B4E74-7DF5-447C-B2F1-B728869FFD5B}" presName="Name17" presStyleLbl="parChTrans1D3" presStyleIdx="4" presStyleCnt="5"/>
      <dgm:spPr/>
    </dgm:pt>
    <dgm:pt modelId="{E4C2AC8A-AD61-4790-A8DA-985BE8C0A519}" type="pres">
      <dgm:prSet presAssocID="{361913F8-E0B3-4041-B3E3-AE7CEAAF23BA}" presName="hierRoot3" presStyleCnt="0"/>
      <dgm:spPr/>
    </dgm:pt>
    <dgm:pt modelId="{32719D05-38AE-4878-8ACA-80A4A14D89B6}" type="pres">
      <dgm:prSet presAssocID="{361913F8-E0B3-4041-B3E3-AE7CEAAF23BA}" presName="composite3" presStyleCnt="0"/>
      <dgm:spPr/>
    </dgm:pt>
    <dgm:pt modelId="{E2AEE3A0-0493-4859-8E41-6A8BE7B400A5}" type="pres">
      <dgm:prSet presAssocID="{361913F8-E0B3-4041-B3E3-AE7CEAAF23BA}" presName="background3" presStyleLbl="node3" presStyleIdx="4" presStyleCnt="5"/>
      <dgm:spPr/>
    </dgm:pt>
    <dgm:pt modelId="{57BCE4BA-9460-48C0-839C-43224F4BEE2A}" type="pres">
      <dgm:prSet presAssocID="{361913F8-E0B3-4041-B3E3-AE7CEAAF23BA}" presName="text3" presStyleLbl="fgAcc3" presStyleIdx="4" presStyleCnt="5">
        <dgm:presLayoutVars>
          <dgm:chPref val="3"/>
        </dgm:presLayoutVars>
      </dgm:prSet>
      <dgm:spPr/>
    </dgm:pt>
    <dgm:pt modelId="{E40B037D-5BBE-43D2-BF1A-2256A0FDFC47}" type="pres">
      <dgm:prSet presAssocID="{361913F8-E0B3-4041-B3E3-AE7CEAAF23BA}" presName="hierChild4" presStyleCnt="0"/>
      <dgm:spPr/>
    </dgm:pt>
    <dgm:pt modelId="{D1366DA8-226D-4079-A31C-1F67FF28D00B}" type="pres">
      <dgm:prSet presAssocID="{6B034BBC-9435-431A-9C40-190AF7D596A5}" presName="Name23" presStyleLbl="parChTrans1D4" presStyleIdx="9" presStyleCnt="12"/>
      <dgm:spPr/>
    </dgm:pt>
    <dgm:pt modelId="{2CE7460B-31C6-4A8A-B4A7-6B166DE60638}" type="pres">
      <dgm:prSet presAssocID="{98A63A3E-1980-4F30-A434-5606A5FB0C03}" presName="hierRoot4" presStyleCnt="0"/>
      <dgm:spPr/>
    </dgm:pt>
    <dgm:pt modelId="{636B5704-C654-4BD0-A99F-1E96F1094593}" type="pres">
      <dgm:prSet presAssocID="{98A63A3E-1980-4F30-A434-5606A5FB0C03}" presName="composite4" presStyleCnt="0"/>
      <dgm:spPr/>
    </dgm:pt>
    <dgm:pt modelId="{CFA2EFE5-946E-4562-80AF-90F95DC8BABA}" type="pres">
      <dgm:prSet presAssocID="{98A63A3E-1980-4F30-A434-5606A5FB0C03}" presName="background4" presStyleLbl="node4" presStyleIdx="9" presStyleCnt="12"/>
      <dgm:spPr/>
    </dgm:pt>
    <dgm:pt modelId="{B4AF702D-9B46-47B4-B225-B3522C334EF0}" type="pres">
      <dgm:prSet presAssocID="{98A63A3E-1980-4F30-A434-5606A5FB0C03}" presName="text4" presStyleLbl="fgAcc4" presStyleIdx="9" presStyleCnt="12">
        <dgm:presLayoutVars>
          <dgm:chPref val="3"/>
        </dgm:presLayoutVars>
      </dgm:prSet>
      <dgm:spPr/>
    </dgm:pt>
    <dgm:pt modelId="{CA54DCE9-2A9B-4949-BEE7-9E4D673749C2}" type="pres">
      <dgm:prSet presAssocID="{98A63A3E-1980-4F30-A434-5606A5FB0C03}" presName="hierChild5" presStyleCnt="0"/>
      <dgm:spPr/>
    </dgm:pt>
    <dgm:pt modelId="{5C3C2524-81B0-4529-8383-E338091E0AA3}" type="pres">
      <dgm:prSet presAssocID="{ACE4BE93-73A4-4CEB-9F51-385B9DC9633E}" presName="Name23" presStyleLbl="parChTrans1D4" presStyleIdx="10" presStyleCnt="12"/>
      <dgm:spPr/>
    </dgm:pt>
    <dgm:pt modelId="{B1825BCC-C08A-453F-89B7-367DF7A4E5D5}" type="pres">
      <dgm:prSet presAssocID="{76A9077A-2304-4E14-ABF2-063DAFBAB1EB}" presName="hierRoot4" presStyleCnt="0"/>
      <dgm:spPr/>
    </dgm:pt>
    <dgm:pt modelId="{DEBE4D17-170B-4558-8E2F-BE6D54762BA6}" type="pres">
      <dgm:prSet presAssocID="{76A9077A-2304-4E14-ABF2-063DAFBAB1EB}" presName="composite4" presStyleCnt="0"/>
      <dgm:spPr/>
    </dgm:pt>
    <dgm:pt modelId="{D566FAE9-0695-4919-9834-1AA5988B28DC}" type="pres">
      <dgm:prSet presAssocID="{76A9077A-2304-4E14-ABF2-063DAFBAB1EB}" presName="background4" presStyleLbl="node4" presStyleIdx="10" presStyleCnt="12"/>
      <dgm:spPr/>
    </dgm:pt>
    <dgm:pt modelId="{B21C6430-BD23-4F1F-829F-E7CD5BC20B3A}" type="pres">
      <dgm:prSet presAssocID="{76A9077A-2304-4E14-ABF2-063DAFBAB1EB}" presName="text4" presStyleLbl="fgAcc4" presStyleIdx="10" presStyleCnt="12">
        <dgm:presLayoutVars>
          <dgm:chPref val="3"/>
        </dgm:presLayoutVars>
      </dgm:prSet>
      <dgm:spPr/>
    </dgm:pt>
    <dgm:pt modelId="{7265B217-D81D-487B-91FC-EA3530E95F06}" type="pres">
      <dgm:prSet presAssocID="{76A9077A-2304-4E14-ABF2-063DAFBAB1EB}" presName="hierChild5" presStyleCnt="0"/>
      <dgm:spPr/>
    </dgm:pt>
    <dgm:pt modelId="{6B424655-5C8F-42B6-88D3-2A28C6063F56}" type="pres">
      <dgm:prSet presAssocID="{E68A2FEF-3B28-4F5D-A3EF-8ACC09C357E1}" presName="Name23" presStyleLbl="parChTrans1D4" presStyleIdx="11" presStyleCnt="12"/>
      <dgm:spPr/>
    </dgm:pt>
    <dgm:pt modelId="{F3D30AB6-0F19-4186-92BF-4B6A973A8653}" type="pres">
      <dgm:prSet presAssocID="{5981680D-F7C8-4FE6-BCCE-DE2CFB6AB6DF}" presName="hierRoot4" presStyleCnt="0"/>
      <dgm:spPr/>
    </dgm:pt>
    <dgm:pt modelId="{3058BBEE-B705-4068-BEB5-7332057E18A4}" type="pres">
      <dgm:prSet presAssocID="{5981680D-F7C8-4FE6-BCCE-DE2CFB6AB6DF}" presName="composite4" presStyleCnt="0"/>
      <dgm:spPr/>
    </dgm:pt>
    <dgm:pt modelId="{EAB91966-4E67-4DFF-A937-9E96636C54F7}" type="pres">
      <dgm:prSet presAssocID="{5981680D-F7C8-4FE6-BCCE-DE2CFB6AB6DF}" presName="background4" presStyleLbl="node4" presStyleIdx="11" presStyleCnt="12"/>
      <dgm:spPr/>
    </dgm:pt>
    <dgm:pt modelId="{A1DF0CEF-32B4-4A05-873F-CC97A274CE8D}" type="pres">
      <dgm:prSet presAssocID="{5981680D-F7C8-4FE6-BCCE-DE2CFB6AB6DF}" presName="text4" presStyleLbl="fgAcc4" presStyleIdx="11" presStyleCnt="12">
        <dgm:presLayoutVars>
          <dgm:chPref val="3"/>
        </dgm:presLayoutVars>
      </dgm:prSet>
      <dgm:spPr/>
    </dgm:pt>
    <dgm:pt modelId="{BB4F782D-AE98-4D2D-89D7-E28D7B48187B}" type="pres">
      <dgm:prSet presAssocID="{5981680D-F7C8-4FE6-BCCE-DE2CFB6AB6DF}" presName="hierChild5" presStyleCnt="0"/>
      <dgm:spPr/>
    </dgm:pt>
  </dgm:ptLst>
  <dgm:cxnLst>
    <dgm:cxn modelId="{FA4CBE03-73C1-4E3D-BD34-DC0C45B43997}" type="presOf" srcId="{A00A748A-78F3-4310-B045-72058AD191E7}" destId="{E0645367-55D1-415A-A427-94C0F3B91B64}" srcOrd="0" destOrd="0" presId="urn:microsoft.com/office/officeart/2005/8/layout/hierarchy1"/>
    <dgm:cxn modelId="{7FC8A20B-37F8-49F5-8ECC-19B4A3CA0878}" srcId="{361913F8-E0B3-4041-B3E3-AE7CEAAF23BA}" destId="{5981680D-F7C8-4FE6-BCCE-DE2CFB6AB6DF}" srcOrd="2" destOrd="0" parTransId="{E68A2FEF-3B28-4F5D-A3EF-8ACC09C357E1}" sibTransId="{423153A4-6089-4328-882B-77FCE574DC3E}"/>
    <dgm:cxn modelId="{FF3AC70F-4EDB-4E24-9427-102791AD7668}" srcId="{03B36AD2-0712-423D-AFFF-C336E2D23472}" destId="{2897037B-D0AB-4A49-9D18-87BD9CE36EA3}" srcOrd="2" destOrd="0" parTransId="{35821609-AE99-47DF-A17C-0AF80FE9B9A4}" sibTransId="{3C6958FF-9E72-4805-AE00-EDBF2C95CF27}"/>
    <dgm:cxn modelId="{F0DAEC12-E88F-4248-B1FD-AAC963DF6C93}" type="presOf" srcId="{089FD83E-6928-1E43-95D3-124D5441D173}" destId="{705AE74D-7383-4D63-927D-98C2BC45872F}" srcOrd="0" destOrd="0" presId="urn:microsoft.com/office/officeart/2005/8/layout/hierarchy1"/>
    <dgm:cxn modelId="{79803E15-D3A1-4E8B-A0B0-FBFC8BD4DEBE}" type="presOf" srcId="{1FABEAE0-3B0F-47B5-BD11-AE5BF2A53469}" destId="{FDDB0139-F84F-4E96-AA2D-17A59FFDAD0D}" srcOrd="0" destOrd="0" presId="urn:microsoft.com/office/officeart/2005/8/layout/hierarchy1"/>
    <dgm:cxn modelId="{4729D41C-452B-47FC-85F2-7465E23016BF}" type="presOf" srcId="{6B034BBC-9435-431A-9C40-190AF7D596A5}" destId="{D1366DA8-226D-4079-A31C-1F67FF28D00B}" srcOrd="0" destOrd="0" presId="urn:microsoft.com/office/officeart/2005/8/layout/hierarchy1"/>
    <dgm:cxn modelId="{837E4720-EC3E-BC4F-B158-BC98950BD860}" srcId="{7835FD59-B514-0B47-B7B8-0983910456A6}" destId="{03B89768-B859-2E49-8534-20D1EFA29B3B}" srcOrd="1" destOrd="0" parTransId="{C40EC512-88AF-B24D-AAB3-3E9A66643198}" sibTransId="{41368ECB-0374-1C4E-8ABF-D4FA251186D7}"/>
    <dgm:cxn modelId="{60A3A123-54F8-4F55-8D6A-8EAF58E8B287}" srcId="{1BC165AB-B879-6E45-BE42-9DB85E468E5E}" destId="{7F3D3553-5C3C-4D06-AC13-7F1F537A87B9}" srcOrd="1" destOrd="0" parTransId="{CC45616B-36E2-4E31-9382-C7663B3AAF9F}" sibTransId="{A9ED3F7A-BE7C-4AB3-8858-B51312B5B269}"/>
    <dgm:cxn modelId="{B3F4C426-0659-4475-B3FB-0BC6BF1AB430}" type="presOf" srcId="{19D8E85A-EF28-1042-9B35-665A12874640}" destId="{564C0382-73AB-AD40-BC20-ACDA75959C27}" srcOrd="0" destOrd="0" presId="urn:microsoft.com/office/officeart/2005/8/layout/hierarchy1"/>
    <dgm:cxn modelId="{3197972B-0792-408E-94AA-6CDBEDA3C506}" srcId="{F28132D4-6E5E-4307-AF99-582348191FA5}" destId="{4C002B7E-BDFA-4E28-8AB4-8CD6D3D6EECD}" srcOrd="0" destOrd="0" parTransId="{B658B4EA-2E98-4DA8-9412-BE742613A008}" sibTransId="{2A478E71-564E-448F-B773-FD622DE0BB33}"/>
    <dgm:cxn modelId="{EA03CA31-7DF4-F64E-86BC-EF7C196FB755}" srcId="{7835FD59-B514-0B47-B7B8-0983910456A6}" destId="{1BC165AB-B879-6E45-BE42-9DB85E468E5E}" srcOrd="2" destOrd="0" parTransId="{DB346DC5-5247-BD41-9BBB-38F381C6763A}" sibTransId="{4CF60A0D-4DA2-C649-B224-FED974309E30}"/>
    <dgm:cxn modelId="{25AC2534-A58E-44F5-89DA-ED2F32FCED63}" type="presOf" srcId="{2897037B-D0AB-4A49-9D18-87BD9CE36EA3}" destId="{9836BC03-7BE3-43EB-B1A2-97A9D7A42A9C}" srcOrd="0" destOrd="0" presId="urn:microsoft.com/office/officeart/2005/8/layout/hierarchy1"/>
    <dgm:cxn modelId="{C1397534-B400-464E-8E89-1540CFEFDD9D}" type="presOf" srcId="{E153CEFF-E302-4D95-9DC5-E3F7941316D1}" destId="{837A88EE-9AEB-4EB6-828D-9043E0FE985E}" srcOrd="0" destOrd="0" presId="urn:microsoft.com/office/officeart/2005/8/layout/hierarchy1"/>
    <dgm:cxn modelId="{D270373C-FE42-43AE-B672-7C1F8B17BAEC}" srcId="{F28132D4-6E5E-4307-AF99-582348191FA5}" destId="{68CE54D6-E10F-4CFE-9EE2-1D874AD036B6}" srcOrd="2" destOrd="0" parTransId="{437C188E-2C20-4A85-B418-0872F226BC7B}" sibTransId="{665F091A-5646-4847-9080-1AA5A09E4425}"/>
    <dgm:cxn modelId="{C1580C3E-58FB-44BF-81AA-00425C2245BD}" type="presOf" srcId="{1BC165AB-B879-6E45-BE42-9DB85E468E5E}" destId="{C9D855B1-F204-3449-A0AB-C83C199BFD6B}" srcOrd="0" destOrd="0" presId="urn:microsoft.com/office/officeart/2005/8/layout/hierarchy1"/>
    <dgm:cxn modelId="{C078943E-F1F8-A940-8FE7-422BEFF8FD8B}" srcId="{7835FD59-B514-0B47-B7B8-0983910456A6}" destId="{DF86860E-2719-A64A-80FF-F56192895399}" srcOrd="0" destOrd="0" parTransId="{19D8E85A-EF28-1042-9B35-665A12874640}" sibTransId="{8C78E4B8-8A53-064A-8DEF-85538FBF9661}"/>
    <dgm:cxn modelId="{BBEFAF3E-4C7B-49A6-A6B8-F69FCD774B59}" srcId="{E7228EDD-CB4D-4547-A6E3-CF7D391AC153}" destId="{E153CEFF-E302-4D95-9DC5-E3F7941316D1}" srcOrd="0" destOrd="0" parTransId="{BD3A5C60-C1A6-487D-9EF2-B3393246D532}" sibTransId="{C8544703-B7C7-47C3-B5F9-9FA8CFCD5B11}"/>
    <dgm:cxn modelId="{7104B93E-9358-4C49-8EAE-D9EB8EB932CC}" srcId="{03B89768-B859-2E49-8534-20D1EFA29B3B}" destId="{E7228EDD-CB4D-4547-A6E3-CF7D391AC153}" srcOrd="0" destOrd="0" parTransId="{470A0F56-4DA2-41CA-A52D-AA9086B687A5}" sibTransId="{DFA7E82A-99C6-4242-84C8-7EE6E7CAFA3D}"/>
    <dgm:cxn modelId="{BEC31B61-F305-484E-ABB5-99F4856C1C11}" srcId="{F28132D4-6E5E-4307-AF99-582348191FA5}" destId="{D200C20E-1F78-48AE-A9CF-29C9112B0E57}" srcOrd="1" destOrd="0" parTransId="{3530A970-95E4-4392-8E22-2A201EF26F3A}" sibTransId="{D3ABF979-94BF-4A51-83EE-715A0ADC4179}"/>
    <dgm:cxn modelId="{F00B2C41-107B-4FCD-9AAA-7E47CC61C775}" type="presOf" srcId="{B658B4EA-2E98-4DA8-9412-BE742613A008}" destId="{2843964D-59C6-4373-B46F-507ACAA872F8}" srcOrd="0" destOrd="0" presId="urn:microsoft.com/office/officeart/2005/8/layout/hierarchy1"/>
    <dgm:cxn modelId="{4BE86761-13CE-4BA9-981C-CB483F6C9DFE}" srcId="{E7228EDD-CB4D-4547-A6E3-CF7D391AC153}" destId="{313AD5F3-381E-44F0-9E01-5187920D4AC4}" srcOrd="1" destOrd="0" parTransId="{932E11C4-073F-47D5-A073-0C44EFC7DA62}" sibTransId="{15E0F715-501A-4065-8E5E-EB5FB8A14CD4}"/>
    <dgm:cxn modelId="{474B6C43-68F9-4ECF-BA49-C51BE50F09E2}" srcId="{03B36AD2-0712-423D-AFFF-C336E2D23472}" destId="{5F1E716D-32E6-4B05-8591-A3186BFC7774}" srcOrd="0" destOrd="0" parTransId="{1FABEAE0-3B0F-47B5-BD11-AE5BF2A53469}" sibTransId="{95D9867E-5364-4950-8F48-226434347897}"/>
    <dgm:cxn modelId="{D96D1265-7005-4B86-A0E4-FE4622EC9770}" type="presOf" srcId="{D200C20E-1F78-48AE-A9CF-29C9112B0E57}" destId="{61C61B7F-9C1C-4A21-B0E0-DE58A15F60A1}" srcOrd="0" destOrd="0" presId="urn:microsoft.com/office/officeart/2005/8/layout/hierarchy1"/>
    <dgm:cxn modelId="{270DBC65-07DE-4C7F-A001-DB1897FBE9AD}" type="presOf" srcId="{35821609-AE99-47DF-A17C-0AF80FE9B9A4}" destId="{FFBAA4AC-0483-4867-91D6-31173F415BC6}" srcOrd="0" destOrd="0" presId="urn:microsoft.com/office/officeart/2005/8/layout/hierarchy1"/>
    <dgm:cxn modelId="{E433EA46-549B-46B8-9166-DCD80B9FB685}" type="presOf" srcId="{E7228EDD-CB4D-4547-A6E3-CF7D391AC153}" destId="{E3E08E8F-FA0E-4F7C-BA58-CF7E5533BDD5}" srcOrd="0" destOrd="0" presId="urn:microsoft.com/office/officeart/2005/8/layout/hierarchy1"/>
    <dgm:cxn modelId="{22D1E76C-F20E-48B8-A6A0-3F5A44383FB5}" srcId="{361913F8-E0B3-4041-B3E3-AE7CEAAF23BA}" destId="{98A63A3E-1980-4F30-A434-5606A5FB0C03}" srcOrd="0" destOrd="0" parTransId="{6B034BBC-9435-431A-9C40-190AF7D596A5}" sibTransId="{50AE2986-61EA-45A1-9772-2293A682F8D3}"/>
    <dgm:cxn modelId="{2FEB394D-B63E-480A-BDD0-CBD177117594}" type="presOf" srcId="{DF86860E-2719-A64A-80FF-F56192895399}" destId="{F1BC48F8-BC78-354B-8D25-7D5CBB308992}" srcOrd="0" destOrd="0" presId="urn:microsoft.com/office/officeart/2005/8/layout/hierarchy1"/>
    <dgm:cxn modelId="{DC02196F-EBCA-45B6-9068-F5429CB31C6D}" type="presOf" srcId="{CC45616B-36E2-4E31-9382-C7663B3AAF9F}" destId="{F807AFEA-B608-466F-831F-40FA443C9046}" srcOrd="0" destOrd="0" presId="urn:microsoft.com/office/officeart/2005/8/layout/hierarchy1"/>
    <dgm:cxn modelId="{F97EFE50-C4C3-42E7-A50E-0AA94C540E32}" type="presOf" srcId="{F28132D4-6E5E-4307-AF99-582348191FA5}" destId="{FDD9562F-EC06-4EB4-A358-BC298EBD3339}" srcOrd="0" destOrd="0" presId="urn:microsoft.com/office/officeart/2005/8/layout/hierarchy1"/>
    <dgm:cxn modelId="{745D8571-1269-4515-9AFB-63EE32BA76C7}" type="presOf" srcId="{E68A2FEF-3B28-4F5D-A3EF-8ACC09C357E1}" destId="{6B424655-5C8F-42B6-88D3-2A28C6063F56}" srcOrd="0" destOrd="0" presId="urn:microsoft.com/office/officeart/2005/8/layout/hierarchy1"/>
    <dgm:cxn modelId="{2E52FF71-9963-4C8A-8A36-73BDF464DA3C}" type="presOf" srcId="{84494E92-9094-461B-9AC3-BF1826A48BE6}" destId="{FA175A13-6FA8-4D97-95BE-B5B3434E5872}" srcOrd="0" destOrd="0" presId="urn:microsoft.com/office/officeart/2005/8/layout/hierarchy1"/>
    <dgm:cxn modelId="{25936C72-EAB1-48E5-A01F-7A0AFADD0996}" type="presOf" srcId="{932E11C4-073F-47D5-A073-0C44EFC7DA62}" destId="{0246B754-78F7-4ACE-9C10-13BA62568656}" srcOrd="0" destOrd="0" presId="urn:microsoft.com/office/officeart/2005/8/layout/hierarchy1"/>
    <dgm:cxn modelId="{74053A87-6BBA-4576-A8EA-21345E99AE56}" type="presOf" srcId="{7835FD59-B514-0B47-B7B8-0983910456A6}" destId="{265B3781-273D-0148-87CB-FBE8B43D31EF}" srcOrd="0" destOrd="0" presId="urn:microsoft.com/office/officeart/2005/8/layout/hierarchy1"/>
    <dgm:cxn modelId="{6544608D-2D71-473B-9EE5-EB6032B9C2F8}" srcId="{03B36AD2-0712-423D-AFFF-C336E2D23472}" destId="{84494E92-9094-461B-9AC3-BF1826A48BE6}" srcOrd="1" destOrd="0" parTransId="{29FE96D9-3418-4508-B806-280D4A1EF4A9}" sibTransId="{9255E99E-EDF8-4A33-9572-11E6B9EA5364}"/>
    <dgm:cxn modelId="{20267090-836E-431F-8FD7-D405226D0A4E}" type="presOf" srcId="{5F1E716D-32E6-4B05-8591-A3186BFC7774}" destId="{033E9A72-9596-4AD8-AA3A-5EE0CCACCEE3}" srcOrd="0" destOrd="0" presId="urn:microsoft.com/office/officeart/2005/8/layout/hierarchy1"/>
    <dgm:cxn modelId="{3F17A890-A879-4C91-B293-D813B61795F1}" type="presOf" srcId="{361913F8-E0B3-4041-B3E3-AE7CEAAF23BA}" destId="{57BCE4BA-9460-48C0-839C-43224F4BEE2A}" srcOrd="0" destOrd="0" presId="urn:microsoft.com/office/officeart/2005/8/layout/hierarchy1"/>
    <dgm:cxn modelId="{AB5EEB90-AEA7-466F-A0C3-FF90563A8DB3}" srcId="{089FD83E-6928-1E43-95D3-124D5441D173}" destId="{361913F8-E0B3-4041-B3E3-AE7CEAAF23BA}" srcOrd="0" destOrd="0" parTransId="{EA4B4E74-7DF5-447C-B2F1-B728869FFD5B}" sibTransId="{7C990024-1F38-4FE4-939E-3846431FCD1F}"/>
    <dgm:cxn modelId="{963C4595-0279-42CE-BE53-4CDB3348BB3E}" type="presOf" srcId="{BD3A5C60-C1A6-487D-9EF2-B3393246D532}" destId="{123DF02E-19A1-400A-8F12-60B9E3861355}" srcOrd="0" destOrd="0" presId="urn:microsoft.com/office/officeart/2005/8/layout/hierarchy1"/>
    <dgm:cxn modelId="{5FD6DF95-71E0-408C-8392-6C01D97BBDFC}" type="presOf" srcId="{9088F1D1-437C-4C05-BEF2-22FCF23765E9}" destId="{DCE69291-ADE0-4F48-BF72-30F0A323EDB9}" srcOrd="0" destOrd="0" presId="urn:microsoft.com/office/officeart/2005/8/layout/hierarchy1"/>
    <dgm:cxn modelId="{B89B2496-4C1D-412C-9EF3-75D9FC9470D9}" type="presOf" srcId="{437C188E-2C20-4A85-B418-0872F226BC7B}" destId="{42F2F2A9-05BC-4639-A712-C70B22990B5C}" srcOrd="0" destOrd="0" presId="urn:microsoft.com/office/officeart/2005/8/layout/hierarchy1"/>
    <dgm:cxn modelId="{C34F24A0-102F-1444-A6DD-8C111F727E80}" srcId="{E92234AA-C860-3042-A562-30250E798F70}" destId="{7835FD59-B514-0B47-B7B8-0983910456A6}" srcOrd="0" destOrd="0" parTransId="{4516BA82-0BF7-DC4A-BB7E-AEF87CBA9E8E}" sibTransId="{4931CA2C-7170-5840-AE86-F1E13D28BB9E}"/>
    <dgm:cxn modelId="{23E1B3A6-9BB5-4710-9B62-C0D4CE0B2B84}" type="presOf" srcId="{C048921F-4EB1-284C-AA0A-60D6AD5FBA44}" destId="{E7BF6B1B-8C0B-4E6A-8C00-FF6B5882853F}" srcOrd="0" destOrd="0" presId="urn:microsoft.com/office/officeart/2005/8/layout/hierarchy1"/>
    <dgm:cxn modelId="{F743A3A7-FB9D-4F5F-82F3-AF1BC69BA9F4}" type="presOf" srcId="{C40EC512-88AF-B24D-AAB3-3E9A66643198}" destId="{CFFA7558-0139-FA4C-979C-AB56256C62DB}" srcOrd="0" destOrd="0" presId="urn:microsoft.com/office/officeart/2005/8/layout/hierarchy1"/>
    <dgm:cxn modelId="{FAA2AAA7-1429-45B5-80BD-1F9955132ED6}" srcId="{361913F8-E0B3-4041-B3E3-AE7CEAAF23BA}" destId="{76A9077A-2304-4E14-ABF2-063DAFBAB1EB}" srcOrd="1" destOrd="0" parTransId="{ACE4BE93-73A4-4CEB-9F51-385B9DC9633E}" sibTransId="{784F30B8-5B7A-400A-90AD-9B5A14AF5127}"/>
    <dgm:cxn modelId="{ABFFF7A8-4E03-4C53-BA80-5ED71DC175C6}" type="presOf" srcId="{29FE96D9-3418-4508-B806-280D4A1EF4A9}" destId="{7610A8C2-28D8-4DE6-AF38-29E4DBF45698}" srcOrd="0" destOrd="0" presId="urn:microsoft.com/office/officeart/2005/8/layout/hierarchy1"/>
    <dgm:cxn modelId="{4A535EA9-50DD-42EF-A1B6-BB86732ADEBD}" type="presOf" srcId="{4C002B7E-BDFA-4E28-8AB4-8CD6D3D6EECD}" destId="{44B85079-792D-44E3-BD18-E1DD359226F6}" srcOrd="0" destOrd="0" presId="urn:microsoft.com/office/officeart/2005/8/layout/hierarchy1"/>
    <dgm:cxn modelId="{A898EAA9-BFFC-4403-81B4-BD9424800D49}" type="presOf" srcId="{98A63A3E-1980-4F30-A434-5606A5FB0C03}" destId="{B4AF702D-9B46-47B4-B225-B3522C334EF0}" srcOrd="0" destOrd="0" presId="urn:microsoft.com/office/officeart/2005/8/layout/hierarchy1"/>
    <dgm:cxn modelId="{E3BC2BAE-FC71-461F-813D-35117136AFF1}" type="presOf" srcId="{76A9077A-2304-4E14-ABF2-063DAFBAB1EB}" destId="{B21C6430-BD23-4F1F-829F-E7CD5BC20B3A}" srcOrd="0" destOrd="0" presId="urn:microsoft.com/office/officeart/2005/8/layout/hierarchy1"/>
    <dgm:cxn modelId="{A7A6B6B8-F286-4FE5-B4B9-0D15749B648D}" type="presOf" srcId="{03B36AD2-0712-423D-AFFF-C336E2D23472}" destId="{62CDF6EF-E773-42A4-BED1-20365A25C906}" srcOrd="0" destOrd="0" presId="urn:microsoft.com/office/officeart/2005/8/layout/hierarchy1"/>
    <dgm:cxn modelId="{5BCE03C4-5AB1-4978-91C7-BFFC642F503F}" srcId="{7835FD59-B514-0B47-B7B8-0983910456A6}" destId="{089FD83E-6928-1E43-95D3-124D5441D173}" srcOrd="3" destOrd="0" parTransId="{C048921F-4EB1-284C-AA0A-60D6AD5FBA44}" sibTransId="{F1E9B66D-779F-044F-A36C-5A89712C4696}"/>
    <dgm:cxn modelId="{7F103FC5-41B8-44B9-B3FE-24CBCB282913}" srcId="{DF86860E-2719-A64A-80FF-F56192895399}" destId="{F28132D4-6E5E-4307-AF99-582348191FA5}" srcOrd="0" destOrd="0" parTransId="{9088F1D1-437C-4C05-BEF2-22FCF23765E9}" sibTransId="{A700831A-B4AA-42E6-98B1-7344CF792CB5}"/>
    <dgm:cxn modelId="{E42082CE-7C02-40D2-B278-9F61AD107811}" type="presOf" srcId="{5981680D-F7C8-4FE6-BCCE-DE2CFB6AB6DF}" destId="{A1DF0CEF-32B4-4A05-873F-CC97A274CE8D}" srcOrd="0" destOrd="0" presId="urn:microsoft.com/office/officeart/2005/8/layout/hierarchy1"/>
    <dgm:cxn modelId="{0795E8D1-C704-4C91-AA5F-2966944C8CB0}" type="presOf" srcId="{313AD5F3-381E-44F0-9E01-5187920D4AC4}" destId="{DC27B361-E105-4FB8-A94D-6E6B2F2C4CF9}" srcOrd="0" destOrd="0" presId="urn:microsoft.com/office/officeart/2005/8/layout/hierarchy1"/>
    <dgm:cxn modelId="{AF657FDB-7DF6-4215-BAA8-83B028683A11}" srcId="{1BC165AB-B879-6E45-BE42-9DB85E468E5E}" destId="{03B36AD2-0712-423D-AFFF-C336E2D23472}" srcOrd="0" destOrd="0" parTransId="{31D1BBD3-FBA2-4752-A8BD-6BF9C6A142D4}" sibTransId="{771A1B5A-C039-4005-A1AA-BCBCE06DCE33}"/>
    <dgm:cxn modelId="{9D31B7DC-00B1-E949-9BC9-12BC75845FF2}" type="presOf" srcId="{E92234AA-C860-3042-A562-30250E798F70}" destId="{E5400895-F99F-7F41-8583-4BD162EA06C2}" srcOrd="0" destOrd="0" presId="urn:microsoft.com/office/officeart/2005/8/layout/hierarchy1"/>
    <dgm:cxn modelId="{AD89BEE4-B860-483C-921E-D58AC44F5D6C}" type="presOf" srcId="{EA4B4E74-7DF5-447C-B2F1-B728869FFD5B}" destId="{D5177C6C-6CAD-442E-B330-3DCA6E28B7BF}" srcOrd="0" destOrd="0" presId="urn:microsoft.com/office/officeart/2005/8/layout/hierarchy1"/>
    <dgm:cxn modelId="{2A2DB5E8-78FA-4CB4-A612-ECC70BF5F14C}" type="presOf" srcId="{7F3D3553-5C3C-4D06-AC13-7F1F537A87B9}" destId="{C0B2D5AF-D385-4F23-A8E1-2BF2D98F4DF1}" srcOrd="0" destOrd="0" presId="urn:microsoft.com/office/officeart/2005/8/layout/hierarchy1"/>
    <dgm:cxn modelId="{E2DF7CEE-B4A2-49DD-9DB5-BB393D94C0CE}" type="presOf" srcId="{DB346DC5-5247-BD41-9BBB-38F381C6763A}" destId="{BAE9D8D9-F63B-0243-A497-F16166EB0CBB}" srcOrd="0" destOrd="0" presId="urn:microsoft.com/office/officeart/2005/8/layout/hierarchy1"/>
    <dgm:cxn modelId="{93D9E8EF-DDE5-462A-A948-443C569E66E2}" type="presOf" srcId="{ACE4BE93-73A4-4CEB-9F51-385B9DC9633E}" destId="{5C3C2524-81B0-4529-8383-E338091E0AA3}" srcOrd="0" destOrd="0" presId="urn:microsoft.com/office/officeart/2005/8/layout/hierarchy1"/>
    <dgm:cxn modelId="{F9752BF3-3CA4-4D31-89A4-EC06AB3F208E}" type="presOf" srcId="{68CE54D6-E10F-4CFE-9EE2-1D874AD036B6}" destId="{9142C327-C816-436B-9671-4C0473B450D1}" srcOrd="0" destOrd="0" presId="urn:microsoft.com/office/officeart/2005/8/layout/hierarchy1"/>
    <dgm:cxn modelId="{01207EF5-EE0F-4DB5-9EE1-6277F19869CE}" type="presOf" srcId="{3530A970-95E4-4392-8E22-2A201EF26F3A}" destId="{099F1B59-4846-4AFA-916B-0060DC8EDB33}" srcOrd="0" destOrd="0" presId="urn:microsoft.com/office/officeart/2005/8/layout/hierarchy1"/>
    <dgm:cxn modelId="{211621F9-D797-42E2-804A-CEF1E73D01D7}" type="presOf" srcId="{03B89768-B859-2E49-8534-20D1EFA29B3B}" destId="{CE004470-AE31-6542-BE4E-74C32357678F}" srcOrd="0" destOrd="0" presId="urn:microsoft.com/office/officeart/2005/8/layout/hierarchy1"/>
    <dgm:cxn modelId="{246DF0F9-F7BF-4E32-A3CA-DEA96F67010C}" type="presOf" srcId="{470A0F56-4DA2-41CA-A52D-AA9086B687A5}" destId="{3B47F7D7-A563-4773-9F46-EA5C986098BB}" srcOrd="0" destOrd="0" presId="urn:microsoft.com/office/officeart/2005/8/layout/hierarchy1"/>
    <dgm:cxn modelId="{41D007FD-C46B-403A-A605-149368F332DF}" type="presOf" srcId="{31D1BBD3-FBA2-4752-A8BD-6BF9C6A142D4}" destId="{97C809A7-47D6-4A3A-990D-D65EFA5E399F}" srcOrd="0" destOrd="0" presId="urn:microsoft.com/office/officeart/2005/8/layout/hierarchy1"/>
    <dgm:cxn modelId="{7D258CFE-E0C2-49A1-A0CE-D619BCB19C7E}" srcId="{E7228EDD-CB4D-4547-A6E3-CF7D391AC153}" destId="{A00A748A-78F3-4310-B045-72058AD191E7}" srcOrd="2" destOrd="0" parTransId="{4FD442EF-3468-4A5A-9650-2D21DB0A7747}" sibTransId="{BC1F3745-C51B-4446-BB51-B4CF46E94A6A}"/>
    <dgm:cxn modelId="{84D750FF-4A1F-4686-8659-9A4ADE10FB35}" type="presOf" srcId="{4FD442EF-3468-4A5A-9650-2D21DB0A7747}" destId="{CC043AC3-FF37-4F15-B0AF-560FC9910C82}" srcOrd="0" destOrd="0" presId="urn:microsoft.com/office/officeart/2005/8/layout/hierarchy1"/>
    <dgm:cxn modelId="{6D626789-3414-40FC-A482-917B0CDC05D6}" type="presParOf" srcId="{E5400895-F99F-7F41-8583-4BD162EA06C2}" destId="{C8E5C753-0B0D-8E4A-87C9-0512E2387AAE}" srcOrd="0" destOrd="0" presId="urn:microsoft.com/office/officeart/2005/8/layout/hierarchy1"/>
    <dgm:cxn modelId="{E95D281A-5A6B-402D-9B1B-33474E3A2CEC}" type="presParOf" srcId="{C8E5C753-0B0D-8E4A-87C9-0512E2387AAE}" destId="{5820EE7F-AEA0-3E48-B9D6-424BD60081AD}" srcOrd="0" destOrd="0" presId="urn:microsoft.com/office/officeart/2005/8/layout/hierarchy1"/>
    <dgm:cxn modelId="{926CA60D-5084-40D3-8145-1FB1DB582E2A}" type="presParOf" srcId="{5820EE7F-AEA0-3E48-B9D6-424BD60081AD}" destId="{93EB40CF-C469-C042-9AAC-9E65599A2A8E}" srcOrd="0" destOrd="0" presId="urn:microsoft.com/office/officeart/2005/8/layout/hierarchy1"/>
    <dgm:cxn modelId="{0C11B085-F9C1-4244-8093-BC2E27006E89}" type="presParOf" srcId="{5820EE7F-AEA0-3E48-B9D6-424BD60081AD}" destId="{265B3781-273D-0148-87CB-FBE8B43D31EF}" srcOrd="1" destOrd="0" presId="urn:microsoft.com/office/officeart/2005/8/layout/hierarchy1"/>
    <dgm:cxn modelId="{F4F4E022-FEB6-45B6-B830-CC20E43F65C4}" type="presParOf" srcId="{C8E5C753-0B0D-8E4A-87C9-0512E2387AAE}" destId="{5C49ECAC-5568-E44A-857C-15EC9EF0E8A5}" srcOrd="1" destOrd="0" presId="urn:microsoft.com/office/officeart/2005/8/layout/hierarchy1"/>
    <dgm:cxn modelId="{24456F9F-BAB9-473C-8A23-D4AE28CCEEB8}" type="presParOf" srcId="{5C49ECAC-5568-E44A-857C-15EC9EF0E8A5}" destId="{564C0382-73AB-AD40-BC20-ACDA75959C27}" srcOrd="0" destOrd="0" presId="urn:microsoft.com/office/officeart/2005/8/layout/hierarchy1"/>
    <dgm:cxn modelId="{F836DEB0-BD2B-495F-96A0-91732594FB93}" type="presParOf" srcId="{5C49ECAC-5568-E44A-857C-15EC9EF0E8A5}" destId="{10F1810C-02FC-0744-9E7D-3799BAC81C6A}" srcOrd="1" destOrd="0" presId="urn:microsoft.com/office/officeart/2005/8/layout/hierarchy1"/>
    <dgm:cxn modelId="{90D23564-134A-4150-8098-3C8FF15EEDEE}" type="presParOf" srcId="{10F1810C-02FC-0744-9E7D-3799BAC81C6A}" destId="{D5498994-C2A0-3C4E-A4A7-D16EB2379558}" srcOrd="0" destOrd="0" presId="urn:microsoft.com/office/officeart/2005/8/layout/hierarchy1"/>
    <dgm:cxn modelId="{43A94C22-0A8F-4CA2-A43F-80740BAEEA9B}" type="presParOf" srcId="{D5498994-C2A0-3C4E-A4A7-D16EB2379558}" destId="{98C76165-9034-1643-9104-9B92F7A95E7E}" srcOrd="0" destOrd="0" presId="urn:microsoft.com/office/officeart/2005/8/layout/hierarchy1"/>
    <dgm:cxn modelId="{77E104E9-29F6-4F5F-BDF3-F774E2A81428}" type="presParOf" srcId="{D5498994-C2A0-3C4E-A4A7-D16EB2379558}" destId="{F1BC48F8-BC78-354B-8D25-7D5CBB308992}" srcOrd="1" destOrd="0" presId="urn:microsoft.com/office/officeart/2005/8/layout/hierarchy1"/>
    <dgm:cxn modelId="{41801015-88DC-48F4-8A08-040931132907}" type="presParOf" srcId="{10F1810C-02FC-0744-9E7D-3799BAC81C6A}" destId="{0EDC9799-1D2B-AD42-A6DC-713273D15719}" srcOrd="1" destOrd="0" presId="urn:microsoft.com/office/officeart/2005/8/layout/hierarchy1"/>
    <dgm:cxn modelId="{EA5DC58E-2C80-42C7-912B-1249543BEBE8}" type="presParOf" srcId="{0EDC9799-1D2B-AD42-A6DC-713273D15719}" destId="{DCE69291-ADE0-4F48-BF72-30F0A323EDB9}" srcOrd="0" destOrd="0" presId="urn:microsoft.com/office/officeart/2005/8/layout/hierarchy1"/>
    <dgm:cxn modelId="{4646A2E4-C587-4E34-8BAA-C5E3B10DDCF4}" type="presParOf" srcId="{0EDC9799-1D2B-AD42-A6DC-713273D15719}" destId="{620F61D8-26C1-477A-A107-8C1CA96E3E97}" srcOrd="1" destOrd="0" presId="urn:microsoft.com/office/officeart/2005/8/layout/hierarchy1"/>
    <dgm:cxn modelId="{744F855D-DBBF-4787-A6A3-873FB069ABDF}" type="presParOf" srcId="{620F61D8-26C1-477A-A107-8C1CA96E3E97}" destId="{7E71BC54-BC90-475B-942D-AC6CBDBCFC96}" srcOrd="0" destOrd="0" presId="urn:microsoft.com/office/officeart/2005/8/layout/hierarchy1"/>
    <dgm:cxn modelId="{0C95E4C5-4DCD-46C2-BC6D-AB8356727A8C}" type="presParOf" srcId="{7E71BC54-BC90-475B-942D-AC6CBDBCFC96}" destId="{207695A7-201F-41F7-A2A6-FEFFD5BCDA8B}" srcOrd="0" destOrd="0" presId="urn:microsoft.com/office/officeart/2005/8/layout/hierarchy1"/>
    <dgm:cxn modelId="{027F3856-4F92-4FD5-B3EA-9AEDD293F6D1}" type="presParOf" srcId="{7E71BC54-BC90-475B-942D-AC6CBDBCFC96}" destId="{FDD9562F-EC06-4EB4-A358-BC298EBD3339}" srcOrd="1" destOrd="0" presId="urn:microsoft.com/office/officeart/2005/8/layout/hierarchy1"/>
    <dgm:cxn modelId="{DB434993-1ABD-4CF2-B532-172BBCE5ECC1}" type="presParOf" srcId="{620F61D8-26C1-477A-A107-8C1CA96E3E97}" destId="{79A48573-FC8E-4DD4-81EE-2BE7EED717B4}" srcOrd="1" destOrd="0" presId="urn:microsoft.com/office/officeart/2005/8/layout/hierarchy1"/>
    <dgm:cxn modelId="{1F83264E-870B-4A97-9542-2A16A3C4EF8B}" type="presParOf" srcId="{79A48573-FC8E-4DD4-81EE-2BE7EED717B4}" destId="{2843964D-59C6-4373-B46F-507ACAA872F8}" srcOrd="0" destOrd="0" presId="urn:microsoft.com/office/officeart/2005/8/layout/hierarchy1"/>
    <dgm:cxn modelId="{7655EFA5-9DAC-4355-AA37-79CDAF0AA267}" type="presParOf" srcId="{79A48573-FC8E-4DD4-81EE-2BE7EED717B4}" destId="{3EC40F8C-82E0-4E50-8ABF-2F2D1E5970DC}" srcOrd="1" destOrd="0" presId="urn:microsoft.com/office/officeart/2005/8/layout/hierarchy1"/>
    <dgm:cxn modelId="{19D5A10F-CC4E-4888-BF4E-A86FCB197782}" type="presParOf" srcId="{3EC40F8C-82E0-4E50-8ABF-2F2D1E5970DC}" destId="{718431A8-F627-45A3-A7D9-9B5F4BFA1BCB}" srcOrd="0" destOrd="0" presId="urn:microsoft.com/office/officeart/2005/8/layout/hierarchy1"/>
    <dgm:cxn modelId="{21483794-BDE0-4A17-8B6E-AA1F50DC5A7C}" type="presParOf" srcId="{718431A8-F627-45A3-A7D9-9B5F4BFA1BCB}" destId="{DCC536C0-F95D-4584-87B4-BFAFD8154E55}" srcOrd="0" destOrd="0" presId="urn:microsoft.com/office/officeart/2005/8/layout/hierarchy1"/>
    <dgm:cxn modelId="{C0E00B71-09A4-476C-967C-9C0C649072B9}" type="presParOf" srcId="{718431A8-F627-45A3-A7D9-9B5F4BFA1BCB}" destId="{44B85079-792D-44E3-BD18-E1DD359226F6}" srcOrd="1" destOrd="0" presId="urn:microsoft.com/office/officeart/2005/8/layout/hierarchy1"/>
    <dgm:cxn modelId="{39A266F0-7D45-4E76-B180-1AB5CC79E9FA}" type="presParOf" srcId="{3EC40F8C-82E0-4E50-8ABF-2F2D1E5970DC}" destId="{0FF19394-4A3B-43B4-9064-C2CB2A5DBF74}" srcOrd="1" destOrd="0" presId="urn:microsoft.com/office/officeart/2005/8/layout/hierarchy1"/>
    <dgm:cxn modelId="{ECCFD458-284D-4712-9754-5DC6E01F6042}" type="presParOf" srcId="{79A48573-FC8E-4DD4-81EE-2BE7EED717B4}" destId="{099F1B59-4846-4AFA-916B-0060DC8EDB33}" srcOrd="2" destOrd="0" presId="urn:microsoft.com/office/officeart/2005/8/layout/hierarchy1"/>
    <dgm:cxn modelId="{E0CF2AA7-D4DC-4DA7-9EEA-84FCBD9CA5A4}" type="presParOf" srcId="{79A48573-FC8E-4DD4-81EE-2BE7EED717B4}" destId="{27720258-A987-4ABA-8527-7ADE37D135C6}" srcOrd="3" destOrd="0" presId="urn:microsoft.com/office/officeart/2005/8/layout/hierarchy1"/>
    <dgm:cxn modelId="{E8C10D20-43C1-4D4D-B87E-325475770440}" type="presParOf" srcId="{27720258-A987-4ABA-8527-7ADE37D135C6}" destId="{90EBFFB6-AAED-407D-8BE0-706127D999C0}" srcOrd="0" destOrd="0" presId="urn:microsoft.com/office/officeart/2005/8/layout/hierarchy1"/>
    <dgm:cxn modelId="{B28699A2-2FD8-412E-B1C5-8AB36C7CFC2F}" type="presParOf" srcId="{90EBFFB6-AAED-407D-8BE0-706127D999C0}" destId="{E49C9BCD-F0AC-4134-93D8-2ED77125F7D7}" srcOrd="0" destOrd="0" presId="urn:microsoft.com/office/officeart/2005/8/layout/hierarchy1"/>
    <dgm:cxn modelId="{DEC3D877-6B27-48FE-9106-65D7F6CA9F7E}" type="presParOf" srcId="{90EBFFB6-AAED-407D-8BE0-706127D999C0}" destId="{61C61B7F-9C1C-4A21-B0E0-DE58A15F60A1}" srcOrd="1" destOrd="0" presId="urn:microsoft.com/office/officeart/2005/8/layout/hierarchy1"/>
    <dgm:cxn modelId="{107941DE-787D-4DB3-BDA9-4F30F2EF5D7E}" type="presParOf" srcId="{27720258-A987-4ABA-8527-7ADE37D135C6}" destId="{823FD4D5-02DF-40D6-B945-CF35F95017C9}" srcOrd="1" destOrd="0" presId="urn:microsoft.com/office/officeart/2005/8/layout/hierarchy1"/>
    <dgm:cxn modelId="{C3DBDE61-3306-4AE6-BACF-E497E07FA5F2}" type="presParOf" srcId="{79A48573-FC8E-4DD4-81EE-2BE7EED717B4}" destId="{42F2F2A9-05BC-4639-A712-C70B22990B5C}" srcOrd="4" destOrd="0" presId="urn:microsoft.com/office/officeart/2005/8/layout/hierarchy1"/>
    <dgm:cxn modelId="{3EDB0070-56E7-44BC-AB96-84C271C21A8F}" type="presParOf" srcId="{79A48573-FC8E-4DD4-81EE-2BE7EED717B4}" destId="{195E5803-92BD-469C-AF50-BF659BF1EA96}" srcOrd="5" destOrd="0" presId="urn:microsoft.com/office/officeart/2005/8/layout/hierarchy1"/>
    <dgm:cxn modelId="{87D45B56-C5F4-475E-B876-7AF4DA8200B0}" type="presParOf" srcId="{195E5803-92BD-469C-AF50-BF659BF1EA96}" destId="{F1340F4C-77CD-4A33-98C8-9C7FB2AF217D}" srcOrd="0" destOrd="0" presId="urn:microsoft.com/office/officeart/2005/8/layout/hierarchy1"/>
    <dgm:cxn modelId="{08A1F5ED-0ED3-4A4C-ACF7-1CE6F63C3531}" type="presParOf" srcId="{F1340F4C-77CD-4A33-98C8-9C7FB2AF217D}" destId="{D289209E-9B71-4084-A767-76866E768397}" srcOrd="0" destOrd="0" presId="urn:microsoft.com/office/officeart/2005/8/layout/hierarchy1"/>
    <dgm:cxn modelId="{37903EDC-AB24-4537-94B4-ECA0718480D7}" type="presParOf" srcId="{F1340F4C-77CD-4A33-98C8-9C7FB2AF217D}" destId="{9142C327-C816-436B-9671-4C0473B450D1}" srcOrd="1" destOrd="0" presId="urn:microsoft.com/office/officeart/2005/8/layout/hierarchy1"/>
    <dgm:cxn modelId="{036C3C62-0C0C-474F-A296-7A45BE5B1A1F}" type="presParOf" srcId="{195E5803-92BD-469C-AF50-BF659BF1EA96}" destId="{636B1FD8-6CBA-4612-86E6-921DDEAF350B}" srcOrd="1" destOrd="0" presId="urn:microsoft.com/office/officeart/2005/8/layout/hierarchy1"/>
    <dgm:cxn modelId="{B76ADEC0-0DDA-4318-B85C-0689244F2EAA}" type="presParOf" srcId="{5C49ECAC-5568-E44A-857C-15EC9EF0E8A5}" destId="{CFFA7558-0139-FA4C-979C-AB56256C62DB}" srcOrd="2" destOrd="0" presId="urn:microsoft.com/office/officeart/2005/8/layout/hierarchy1"/>
    <dgm:cxn modelId="{8E839F62-E5B1-4711-9818-6A6BC507E16F}" type="presParOf" srcId="{5C49ECAC-5568-E44A-857C-15EC9EF0E8A5}" destId="{6EC83D77-56A9-104D-AE1E-CD057355C747}" srcOrd="3" destOrd="0" presId="urn:microsoft.com/office/officeart/2005/8/layout/hierarchy1"/>
    <dgm:cxn modelId="{306EB35C-146D-4BDE-8DF6-6D947D660C75}" type="presParOf" srcId="{6EC83D77-56A9-104D-AE1E-CD057355C747}" destId="{DC8CD46E-7392-1744-84C8-9E787FE21689}" srcOrd="0" destOrd="0" presId="urn:microsoft.com/office/officeart/2005/8/layout/hierarchy1"/>
    <dgm:cxn modelId="{BB5D2739-04FC-4582-9EB5-7ABBE1C29CB6}" type="presParOf" srcId="{DC8CD46E-7392-1744-84C8-9E787FE21689}" destId="{10ED8AD8-C95D-7F46-8284-6BFFCB8023D0}" srcOrd="0" destOrd="0" presId="urn:microsoft.com/office/officeart/2005/8/layout/hierarchy1"/>
    <dgm:cxn modelId="{F80DB7FF-1C64-4077-95BA-5DD8A6113147}" type="presParOf" srcId="{DC8CD46E-7392-1744-84C8-9E787FE21689}" destId="{CE004470-AE31-6542-BE4E-74C32357678F}" srcOrd="1" destOrd="0" presId="urn:microsoft.com/office/officeart/2005/8/layout/hierarchy1"/>
    <dgm:cxn modelId="{0A06EE33-6D5B-44BE-8BAA-FC003995BFD0}" type="presParOf" srcId="{6EC83D77-56A9-104D-AE1E-CD057355C747}" destId="{05B32D1F-AA47-BD4B-9861-CEB2BA77339A}" srcOrd="1" destOrd="0" presId="urn:microsoft.com/office/officeart/2005/8/layout/hierarchy1"/>
    <dgm:cxn modelId="{7998D8B2-1FA4-4313-A4CB-15A865968FE4}" type="presParOf" srcId="{05B32D1F-AA47-BD4B-9861-CEB2BA77339A}" destId="{3B47F7D7-A563-4773-9F46-EA5C986098BB}" srcOrd="0" destOrd="0" presId="urn:microsoft.com/office/officeart/2005/8/layout/hierarchy1"/>
    <dgm:cxn modelId="{744EBA01-5728-4F12-AF7A-2EDD0868D568}" type="presParOf" srcId="{05B32D1F-AA47-BD4B-9861-CEB2BA77339A}" destId="{C8753D40-28B9-4174-9582-24C06AD766FB}" srcOrd="1" destOrd="0" presId="urn:microsoft.com/office/officeart/2005/8/layout/hierarchy1"/>
    <dgm:cxn modelId="{320404A2-CA4A-479D-9817-D5A125346B65}" type="presParOf" srcId="{C8753D40-28B9-4174-9582-24C06AD766FB}" destId="{3F6FF4C6-D778-4225-BA7F-7E5EE918213D}" srcOrd="0" destOrd="0" presId="urn:microsoft.com/office/officeart/2005/8/layout/hierarchy1"/>
    <dgm:cxn modelId="{583EAB1F-D113-426B-B0E9-B0005A983336}" type="presParOf" srcId="{3F6FF4C6-D778-4225-BA7F-7E5EE918213D}" destId="{75DA190F-FEB2-4CC5-8E5C-78F4ED2F77F8}" srcOrd="0" destOrd="0" presId="urn:microsoft.com/office/officeart/2005/8/layout/hierarchy1"/>
    <dgm:cxn modelId="{72060E30-379E-4E10-B22C-1987AC64F7D9}" type="presParOf" srcId="{3F6FF4C6-D778-4225-BA7F-7E5EE918213D}" destId="{E3E08E8F-FA0E-4F7C-BA58-CF7E5533BDD5}" srcOrd="1" destOrd="0" presId="urn:microsoft.com/office/officeart/2005/8/layout/hierarchy1"/>
    <dgm:cxn modelId="{3545F31F-9A24-49E6-BDD9-2FB619BB3E2D}" type="presParOf" srcId="{C8753D40-28B9-4174-9582-24C06AD766FB}" destId="{99864270-8F0C-4C0E-AAF4-A0E855F94589}" srcOrd="1" destOrd="0" presId="urn:microsoft.com/office/officeart/2005/8/layout/hierarchy1"/>
    <dgm:cxn modelId="{2584D19C-1E0D-4E46-80EF-E3A8D6D0D2EB}" type="presParOf" srcId="{99864270-8F0C-4C0E-AAF4-A0E855F94589}" destId="{123DF02E-19A1-400A-8F12-60B9E3861355}" srcOrd="0" destOrd="0" presId="urn:microsoft.com/office/officeart/2005/8/layout/hierarchy1"/>
    <dgm:cxn modelId="{742E866C-ED85-472C-801E-1FEA2F057DCC}" type="presParOf" srcId="{99864270-8F0C-4C0E-AAF4-A0E855F94589}" destId="{17DCE2D4-26FB-49C1-869B-EE692782F4F2}" srcOrd="1" destOrd="0" presId="urn:microsoft.com/office/officeart/2005/8/layout/hierarchy1"/>
    <dgm:cxn modelId="{6BE3CC1E-A532-49D4-A291-DC16DC180EB6}" type="presParOf" srcId="{17DCE2D4-26FB-49C1-869B-EE692782F4F2}" destId="{0F1AFD94-920A-42BD-9754-4FD9EE44E9EF}" srcOrd="0" destOrd="0" presId="urn:microsoft.com/office/officeart/2005/8/layout/hierarchy1"/>
    <dgm:cxn modelId="{64E4F11E-A0D7-40C9-A799-B3479CB3C5D1}" type="presParOf" srcId="{0F1AFD94-920A-42BD-9754-4FD9EE44E9EF}" destId="{1631C783-16A2-4AF0-A70C-B808B57DA990}" srcOrd="0" destOrd="0" presId="urn:microsoft.com/office/officeart/2005/8/layout/hierarchy1"/>
    <dgm:cxn modelId="{5AAF86F6-D143-46F4-B036-516F9A89B1E0}" type="presParOf" srcId="{0F1AFD94-920A-42BD-9754-4FD9EE44E9EF}" destId="{837A88EE-9AEB-4EB6-828D-9043E0FE985E}" srcOrd="1" destOrd="0" presId="urn:microsoft.com/office/officeart/2005/8/layout/hierarchy1"/>
    <dgm:cxn modelId="{77806C1D-BC87-4D9F-A00D-2D2AEF1C728D}" type="presParOf" srcId="{17DCE2D4-26FB-49C1-869B-EE692782F4F2}" destId="{E78D2194-183D-42E0-9F9F-18BD91A4E706}" srcOrd="1" destOrd="0" presId="urn:microsoft.com/office/officeart/2005/8/layout/hierarchy1"/>
    <dgm:cxn modelId="{9167D07C-69B6-43E6-BC54-5A7A11B4F0B2}" type="presParOf" srcId="{99864270-8F0C-4C0E-AAF4-A0E855F94589}" destId="{0246B754-78F7-4ACE-9C10-13BA62568656}" srcOrd="2" destOrd="0" presId="urn:microsoft.com/office/officeart/2005/8/layout/hierarchy1"/>
    <dgm:cxn modelId="{054C70D2-781A-4EAD-A1E2-7A6CD9735653}" type="presParOf" srcId="{99864270-8F0C-4C0E-AAF4-A0E855F94589}" destId="{28EF9C47-E69D-4490-90C5-5F4F062F4C41}" srcOrd="3" destOrd="0" presId="urn:microsoft.com/office/officeart/2005/8/layout/hierarchy1"/>
    <dgm:cxn modelId="{70EC9239-3943-4B57-814C-E4053F0D14EB}" type="presParOf" srcId="{28EF9C47-E69D-4490-90C5-5F4F062F4C41}" destId="{97A8C325-B4E3-42CB-954D-DDDBF42290B3}" srcOrd="0" destOrd="0" presId="urn:microsoft.com/office/officeart/2005/8/layout/hierarchy1"/>
    <dgm:cxn modelId="{CF281C3B-AA11-4EF8-8466-F43CABED0C90}" type="presParOf" srcId="{97A8C325-B4E3-42CB-954D-DDDBF42290B3}" destId="{040D8BE6-2220-4FD2-A41E-23E9E99AF44B}" srcOrd="0" destOrd="0" presId="urn:microsoft.com/office/officeart/2005/8/layout/hierarchy1"/>
    <dgm:cxn modelId="{CD12AA13-1F42-4B1F-98D0-3E3B1223E3B3}" type="presParOf" srcId="{97A8C325-B4E3-42CB-954D-DDDBF42290B3}" destId="{DC27B361-E105-4FB8-A94D-6E6B2F2C4CF9}" srcOrd="1" destOrd="0" presId="urn:microsoft.com/office/officeart/2005/8/layout/hierarchy1"/>
    <dgm:cxn modelId="{0AB1D63E-91DE-409F-AD4C-CD1B092FBED3}" type="presParOf" srcId="{28EF9C47-E69D-4490-90C5-5F4F062F4C41}" destId="{C40D1D67-BF63-42B7-8B65-E1978879347D}" srcOrd="1" destOrd="0" presId="urn:microsoft.com/office/officeart/2005/8/layout/hierarchy1"/>
    <dgm:cxn modelId="{703F9DC9-6FD0-435B-9C50-ED451F00745E}" type="presParOf" srcId="{99864270-8F0C-4C0E-AAF4-A0E855F94589}" destId="{CC043AC3-FF37-4F15-B0AF-560FC9910C82}" srcOrd="4" destOrd="0" presId="urn:microsoft.com/office/officeart/2005/8/layout/hierarchy1"/>
    <dgm:cxn modelId="{965923F7-38D6-44C0-A016-8675DE0C6B3E}" type="presParOf" srcId="{99864270-8F0C-4C0E-AAF4-A0E855F94589}" destId="{7C75E1EF-DE72-4A62-9ADF-EDE20A6E5EBE}" srcOrd="5" destOrd="0" presId="urn:microsoft.com/office/officeart/2005/8/layout/hierarchy1"/>
    <dgm:cxn modelId="{5A4F2B3E-F8D0-4D72-94CB-662F25F11F14}" type="presParOf" srcId="{7C75E1EF-DE72-4A62-9ADF-EDE20A6E5EBE}" destId="{56E6E063-67A8-41F6-9256-74B2094726AF}" srcOrd="0" destOrd="0" presId="urn:microsoft.com/office/officeart/2005/8/layout/hierarchy1"/>
    <dgm:cxn modelId="{97689C90-8CD0-42F2-8D8A-9FE0DEE7AA42}" type="presParOf" srcId="{56E6E063-67A8-41F6-9256-74B2094726AF}" destId="{D57F113A-4803-4A5D-AD8E-731EAAC49E7F}" srcOrd="0" destOrd="0" presId="urn:microsoft.com/office/officeart/2005/8/layout/hierarchy1"/>
    <dgm:cxn modelId="{5C788C92-C6D5-4B60-8510-EBAACF65A32D}" type="presParOf" srcId="{56E6E063-67A8-41F6-9256-74B2094726AF}" destId="{E0645367-55D1-415A-A427-94C0F3B91B64}" srcOrd="1" destOrd="0" presId="urn:microsoft.com/office/officeart/2005/8/layout/hierarchy1"/>
    <dgm:cxn modelId="{D344B3D3-F782-48D2-9A5B-8859465FB1D6}" type="presParOf" srcId="{7C75E1EF-DE72-4A62-9ADF-EDE20A6E5EBE}" destId="{DD854634-D95F-426F-958B-C4D4759D84F3}" srcOrd="1" destOrd="0" presId="urn:microsoft.com/office/officeart/2005/8/layout/hierarchy1"/>
    <dgm:cxn modelId="{63EDAA72-D801-475E-B8C4-3FD095580283}" type="presParOf" srcId="{5C49ECAC-5568-E44A-857C-15EC9EF0E8A5}" destId="{BAE9D8D9-F63B-0243-A497-F16166EB0CBB}" srcOrd="4" destOrd="0" presId="urn:microsoft.com/office/officeart/2005/8/layout/hierarchy1"/>
    <dgm:cxn modelId="{237BF836-6C33-4CB8-BEC2-C340CFA45D64}" type="presParOf" srcId="{5C49ECAC-5568-E44A-857C-15EC9EF0E8A5}" destId="{7D3F5C1B-61DC-AD42-8AE5-BEEE45F0D2A2}" srcOrd="5" destOrd="0" presId="urn:microsoft.com/office/officeart/2005/8/layout/hierarchy1"/>
    <dgm:cxn modelId="{AE515AFC-DF27-4238-8E72-00A4E99B9610}" type="presParOf" srcId="{7D3F5C1B-61DC-AD42-8AE5-BEEE45F0D2A2}" destId="{AC665988-D2DC-E14F-B467-28ADF91F8F15}" srcOrd="0" destOrd="0" presId="urn:microsoft.com/office/officeart/2005/8/layout/hierarchy1"/>
    <dgm:cxn modelId="{B51894CE-D974-4E89-9845-307DB0214719}" type="presParOf" srcId="{AC665988-D2DC-E14F-B467-28ADF91F8F15}" destId="{B1AEAF6C-B8B1-1748-805C-DEA9F80466AD}" srcOrd="0" destOrd="0" presId="urn:microsoft.com/office/officeart/2005/8/layout/hierarchy1"/>
    <dgm:cxn modelId="{963204A8-0EE6-4893-AD8D-06BB90CF701E}" type="presParOf" srcId="{AC665988-D2DC-E14F-B467-28ADF91F8F15}" destId="{C9D855B1-F204-3449-A0AB-C83C199BFD6B}" srcOrd="1" destOrd="0" presId="urn:microsoft.com/office/officeart/2005/8/layout/hierarchy1"/>
    <dgm:cxn modelId="{45922FDF-E458-4137-A49F-6954AE049A34}" type="presParOf" srcId="{7D3F5C1B-61DC-AD42-8AE5-BEEE45F0D2A2}" destId="{158DD9B6-60BC-2441-9B3A-ABE4E09BA18B}" srcOrd="1" destOrd="0" presId="urn:microsoft.com/office/officeart/2005/8/layout/hierarchy1"/>
    <dgm:cxn modelId="{2728C041-92DD-432D-B7A2-2811E5A9FB3A}" type="presParOf" srcId="{158DD9B6-60BC-2441-9B3A-ABE4E09BA18B}" destId="{97C809A7-47D6-4A3A-990D-D65EFA5E399F}" srcOrd="0" destOrd="0" presId="urn:microsoft.com/office/officeart/2005/8/layout/hierarchy1"/>
    <dgm:cxn modelId="{E4D164EE-358D-429B-8150-3EB5883F87EC}" type="presParOf" srcId="{158DD9B6-60BC-2441-9B3A-ABE4E09BA18B}" destId="{95E00EC4-5D1C-40A9-A111-71CCA932188D}" srcOrd="1" destOrd="0" presId="urn:microsoft.com/office/officeart/2005/8/layout/hierarchy1"/>
    <dgm:cxn modelId="{95114F93-8212-44EE-A9FE-4E562280B62F}" type="presParOf" srcId="{95E00EC4-5D1C-40A9-A111-71CCA932188D}" destId="{4AEAFBCD-0488-4711-BDD3-65C372273A5E}" srcOrd="0" destOrd="0" presId="urn:microsoft.com/office/officeart/2005/8/layout/hierarchy1"/>
    <dgm:cxn modelId="{482FABC2-46D7-42D7-848B-7E25736245F6}" type="presParOf" srcId="{4AEAFBCD-0488-4711-BDD3-65C372273A5E}" destId="{3770F188-A93F-4E05-95FC-2B26AC9BCECB}" srcOrd="0" destOrd="0" presId="urn:microsoft.com/office/officeart/2005/8/layout/hierarchy1"/>
    <dgm:cxn modelId="{8BA2FC2A-C8F3-40DB-A0F8-58E2F467A951}" type="presParOf" srcId="{4AEAFBCD-0488-4711-BDD3-65C372273A5E}" destId="{62CDF6EF-E773-42A4-BED1-20365A25C906}" srcOrd="1" destOrd="0" presId="urn:microsoft.com/office/officeart/2005/8/layout/hierarchy1"/>
    <dgm:cxn modelId="{50E6C7C5-53A6-4C3D-A93C-ABD3F2405F39}" type="presParOf" srcId="{95E00EC4-5D1C-40A9-A111-71CCA932188D}" destId="{2239D524-B742-4451-869F-F25A727D2E2C}" srcOrd="1" destOrd="0" presId="urn:microsoft.com/office/officeart/2005/8/layout/hierarchy1"/>
    <dgm:cxn modelId="{842D4763-A80C-4598-8BE2-7F8C7CA29292}" type="presParOf" srcId="{2239D524-B742-4451-869F-F25A727D2E2C}" destId="{FDDB0139-F84F-4E96-AA2D-17A59FFDAD0D}" srcOrd="0" destOrd="0" presId="urn:microsoft.com/office/officeart/2005/8/layout/hierarchy1"/>
    <dgm:cxn modelId="{FD0FF0B2-F21C-41B4-8BD7-72388C0271C2}" type="presParOf" srcId="{2239D524-B742-4451-869F-F25A727D2E2C}" destId="{60A3AD1B-647B-4105-82A7-19DC86D79417}" srcOrd="1" destOrd="0" presId="urn:microsoft.com/office/officeart/2005/8/layout/hierarchy1"/>
    <dgm:cxn modelId="{907727F9-D3DA-4387-85BA-71CD66B24A9E}" type="presParOf" srcId="{60A3AD1B-647B-4105-82A7-19DC86D79417}" destId="{92DB56BA-05B9-4995-B514-1D78909765C2}" srcOrd="0" destOrd="0" presId="urn:microsoft.com/office/officeart/2005/8/layout/hierarchy1"/>
    <dgm:cxn modelId="{E72D015C-13FF-4397-921C-6CB5C2014F38}" type="presParOf" srcId="{92DB56BA-05B9-4995-B514-1D78909765C2}" destId="{91BD8DF7-8E94-417B-94E2-2247D10B3338}" srcOrd="0" destOrd="0" presId="urn:microsoft.com/office/officeart/2005/8/layout/hierarchy1"/>
    <dgm:cxn modelId="{F4C38671-46CA-4ED6-8372-B7F7CB512AFA}" type="presParOf" srcId="{92DB56BA-05B9-4995-B514-1D78909765C2}" destId="{033E9A72-9596-4AD8-AA3A-5EE0CCACCEE3}" srcOrd="1" destOrd="0" presId="urn:microsoft.com/office/officeart/2005/8/layout/hierarchy1"/>
    <dgm:cxn modelId="{02B9AF0D-C659-4195-8F0E-3722CFCBD5A1}" type="presParOf" srcId="{60A3AD1B-647B-4105-82A7-19DC86D79417}" destId="{9F944902-546D-41E6-B7D7-B8AFF1524493}" srcOrd="1" destOrd="0" presId="urn:microsoft.com/office/officeart/2005/8/layout/hierarchy1"/>
    <dgm:cxn modelId="{79FA91E2-2512-4B42-81F3-C92D7BD9FDA2}" type="presParOf" srcId="{2239D524-B742-4451-869F-F25A727D2E2C}" destId="{7610A8C2-28D8-4DE6-AF38-29E4DBF45698}" srcOrd="2" destOrd="0" presId="urn:microsoft.com/office/officeart/2005/8/layout/hierarchy1"/>
    <dgm:cxn modelId="{CB3857E2-31EB-460C-ACBF-2332AB053CBE}" type="presParOf" srcId="{2239D524-B742-4451-869F-F25A727D2E2C}" destId="{045858DF-ED86-48D3-9FD8-46D1C103C300}" srcOrd="3" destOrd="0" presId="urn:microsoft.com/office/officeart/2005/8/layout/hierarchy1"/>
    <dgm:cxn modelId="{DB3C4055-C115-4380-BC91-D7F569FF9101}" type="presParOf" srcId="{045858DF-ED86-48D3-9FD8-46D1C103C300}" destId="{FC5C6C8C-4CC1-49F6-BA1F-FE95C1B11039}" srcOrd="0" destOrd="0" presId="urn:microsoft.com/office/officeart/2005/8/layout/hierarchy1"/>
    <dgm:cxn modelId="{239E851B-E768-436C-A602-439270C273FE}" type="presParOf" srcId="{FC5C6C8C-4CC1-49F6-BA1F-FE95C1B11039}" destId="{0AACE79F-1DAD-48BC-8718-91107D3FE30C}" srcOrd="0" destOrd="0" presId="urn:microsoft.com/office/officeart/2005/8/layout/hierarchy1"/>
    <dgm:cxn modelId="{63A341A1-DF0A-4D4C-9F4A-F00AC3EE8E1E}" type="presParOf" srcId="{FC5C6C8C-4CC1-49F6-BA1F-FE95C1B11039}" destId="{FA175A13-6FA8-4D97-95BE-B5B3434E5872}" srcOrd="1" destOrd="0" presId="urn:microsoft.com/office/officeart/2005/8/layout/hierarchy1"/>
    <dgm:cxn modelId="{3EEA8FE0-7D6D-49B9-8AAA-EA58EACB7A5D}" type="presParOf" srcId="{045858DF-ED86-48D3-9FD8-46D1C103C300}" destId="{B68CFAC2-AC41-41D0-B800-A53BA784A41C}" srcOrd="1" destOrd="0" presId="urn:microsoft.com/office/officeart/2005/8/layout/hierarchy1"/>
    <dgm:cxn modelId="{17DBD6B9-5F13-441E-A30C-7A826C626FA5}" type="presParOf" srcId="{2239D524-B742-4451-869F-F25A727D2E2C}" destId="{FFBAA4AC-0483-4867-91D6-31173F415BC6}" srcOrd="4" destOrd="0" presId="urn:microsoft.com/office/officeart/2005/8/layout/hierarchy1"/>
    <dgm:cxn modelId="{23AD9A11-16DE-4416-A054-17B06C3656DC}" type="presParOf" srcId="{2239D524-B742-4451-869F-F25A727D2E2C}" destId="{DEA5E2FC-2CF2-455C-B611-A6DF246853D8}" srcOrd="5" destOrd="0" presId="urn:microsoft.com/office/officeart/2005/8/layout/hierarchy1"/>
    <dgm:cxn modelId="{C74D3A48-4A17-49C7-872C-5670C4871E75}" type="presParOf" srcId="{DEA5E2FC-2CF2-455C-B611-A6DF246853D8}" destId="{65F331F1-389D-4D51-8C80-5DEB97F37D5A}" srcOrd="0" destOrd="0" presId="urn:microsoft.com/office/officeart/2005/8/layout/hierarchy1"/>
    <dgm:cxn modelId="{29857EC1-539D-436B-97E7-9D3BFAAA072B}" type="presParOf" srcId="{65F331F1-389D-4D51-8C80-5DEB97F37D5A}" destId="{B448F80B-90A5-4510-80E7-8CC26F091791}" srcOrd="0" destOrd="0" presId="urn:microsoft.com/office/officeart/2005/8/layout/hierarchy1"/>
    <dgm:cxn modelId="{E9505374-F2A9-4015-9717-C0FC0E2A6870}" type="presParOf" srcId="{65F331F1-389D-4D51-8C80-5DEB97F37D5A}" destId="{9836BC03-7BE3-43EB-B1A2-97A9D7A42A9C}" srcOrd="1" destOrd="0" presId="urn:microsoft.com/office/officeart/2005/8/layout/hierarchy1"/>
    <dgm:cxn modelId="{A04FECDE-8E05-4818-A1BC-8790A2DFA449}" type="presParOf" srcId="{DEA5E2FC-2CF2-455C-B611-A6DF246853D8}" destId="{A6E37E21-6C70-4906-BB13-2B46DF929D74}" srcOrd="1" destOrd="0" presId="urn:microsoft.com/office/officeart/2005/8/layout/hierarchy1"/>
    <dgm:cxn modelId="{E39DF746-72F6-4227-B644-392CC70BAA4B}" type="presParOf" srcId="{158DD9B6-60BC-2441-9B3A-ABE4E09BA18B}" destId="{F807AFEA-B608-466F-831F-40FA443C9046}" srcOrd="2" destOrd="0" presId="urn:microsoft.com/office/officeart/2005/8/layout/hierarchy1"/>
    <dgm:cxn modelId="{0AD271C1-DEBD-485A-9C9D-F7EDDF785960}" type="presParOf" srcId="{158DD9B6-60BC-2441-9B3A-ABE4E09BA18B}" destId="{58C02BAA-3E1D-4402-A3DA-A942D4376031}" srcOrd="3" destOrd="0" presId="urn:microsoft.com/office/officeart/2005/8/layout/hierarchy1"/>
    <dgm:cxn modelId="{D10BC47B-7AE8-4E19-9B20-9E07B0CDA2CA}" type="presParOf" srcId="{58C02BAA-3E1D-4402-A3DA-A942D4376031}" destId="{76183AEC-8157-4EDE-8181-C8A7FCE08C98}" srcOrd="0" destOrd="0" presId="urn:microsoft.com/office/officeart/2005/8/layout/hierarchy1"/>
    <dgm:cxn modelId="{8DEB677F-F9D4-458C-9C38-C134DB0E1B48}" type="presParOf" srcId="{76183AEC-8157-4EDE-8181-C8A7FCE08C98}" destId="{6F81269E-E4E1-4BA3-8AFC-FC730A6EADE9}" srcOrd="0" destOrd="0" presId="urn:microsoft.com/office/officeart/2005/8/layout/hierarchy1"/>
    <dgm:cxn modelId="{AE35C171-A39F-42FA-A48A-4E811DE4A90B}" type="presParOf" srcId="{76183AEC-8157-4EDE-8181-C8A7FCE08C98}" destId="{C0B2D5AF-D385-4F23-A8E1-2BF2D98F4DF1}" srcOrd="1" destOrd="0" presId="urn:microsoft.com/office/officeart/2005/8/layout/hierarchy1"/>
    <dgm:cxn modelId="{7714CB5E-A904-42A7-94DA-940D559FC95C}" type="presParOf" srcId="{58C02BAA-3E1D-4402-A3DA-A942D4376031}" destId="{D8107B5D-0142-4B27-8021-EA42671D2596}" srcOrd="1" destOrd="0" presId="urn:microsoft.com/office/officeart/2005/8/layout/hierarchy1"/>
    <dgm:cxn modelId="{08A80A09-3FA1-49FD-90D4-B0BEB2A52DA1}" type="presParOf" srcId="{5C49ECAC-5568-E44A-857C-15EC9EF0E8A5}" destId="{E7BF6B1B-8C0B-4E6A-8C00-FF6B5882853F}" srcOrd="6" destOrd="0" presId="urn:microsoft.com/office/officeart/2005/8/layout/hierarchy1"/>
    <dgm:cxn modelId="{30A73FF8-4253-4211-94C5-20B083278F9D}" type="presParOf" srcId="{5C49ECAC-5568-E44A-857C-15EC9EF0E8A5}" destId="{9B13D24F-1548-46DD-94A4-290CD15A808D}" srcOrd="7" destOrd="0" presId="urn:microsoft.com/office/officeart/2005/8/layout/hierarchy1"/>
    <dgm:cxn modelId="{D99E58B6-3E76-4D42-A14A-90F939A97808}" type="presParOf" srcId="{9B13D24F-1548-46DD-94A4-290CD15A808D}" destId="{99768F48-85E9-4A0C-BA42-92DCEE763F43}" srcOrd="0" destOrd="0" presId="urn:microsoft.com/office/officeart/2005/8/layout/hierarchy1"/>
    <dgm:cxn modelId="{73BBD5DB-2326-4C58-A02B-325DE9FE8881}" type="presParOf" srcId="{99768F48-85E9-4A0C-BA42-92DCEE763F43}" destId="{B8011D0D-B851-49B1-9763-15877C00025B}" srcOrd="0" destOrd="0" presId="urn:microsoft.com/office/officeart/2005/8/layout/hierarchy1"/>
    <dgm:cxn modelId="{62018A49-885E-474E-BEA3-6AE6E31E9D49}" type="presParOf" srcId="{99768F48-85E9-4A0C-BA42-92DCEE763F43}" destId="{705AE74D-7383-4D63-927D-98C2BC45872F}" srcOrd="1" destOrd="0" presId="urn:microsoft.com/office/officeart/2005/8/layout/hierarchy1"/>
    <dgm:cxn modelId="{A1B6EA8C-5E68-4BFD-9C08-9E5058A3EE7E}" type="presParOf" srcId="{9B13D24F-1548-46DD-94A4-290CD15A808D}" destId="{1D3D58A5-6DD7-4D4C-AC3A-189BF0488AF0}" srcOrd="1" destOrd="0" presId="urn:microsoft.com/office/officeart/2005/8/layout/hierarchy1"/>
    <dgm:cxn modelId="{C8899E0B-2D58-4F29-9FE6-D01397F54045}" type="presParOf" srcId="{1D3D58A5-6DD7-4D4C-AC3A-189BF0488AF0}" destId="{D5177C6C-6CAD-442E-B330-3DCA6E28B7BF}" srcOrd="0" destOrd="0" presId="urn:microsoft.com/office/officeart/2005/8/layout/hierarchy1"/>
    <dgm:cxn modelId="{F34D8ACE-E22D-4669-B5AC-1F08FE79FB15}" type="presParOf" srcId="{1D3D58A5-6DD7-4D4C-AC3A-189BF0488AF0}" destId="{E4C2AC8A-AD61-4790-A8DA-985BE8C0A519}" srcOrd="1" destOrd="0" presId="urn:microsoft.com/office/officeart/2005/8/layout/hierarchy1"/>
    <dgm:cxn modelId="{D08A9EC8-3CF5-47C3-A57A-BC209682A88D}" type="presParOf" srcId="{E4C2AC8A-AD61-4790-A8DA-985BE8C0A519}" destId="{32719D05-38AE-4878-8ACA-80A4A14D89B6}" srcOrd="0" destOrd="0" presId="urn:microsoft.com/office/officeart/2005/8/layout/hierarchy1"/>
    <dgm:cxn modelId="{0F57ECFC-5A58-4AD3-9930-34FE2D4CEA43}" type="presParOf" srcId="{32719D05-38AE-4878-8ACA-80A4A14D89B6}" destId="{E2AEE3A0-0493-4859-8E41-6A8BE7B400A5}" srcOrd="0" destOrd="0" presId="urn:microsoft.com/office/officeart/2005/8/layout/hierarchy1"/>
    <dgm:cxn modelId="{3D7CACC0-863A-4531-9D09-2F46C4F0C77F}" type="presParOf" srcId="{32719D05-38AE-4878-8ACA-80A4A14D89B6}" destId="{57BCE4BA-9460-48C0-839C-43224F4BEE2A}" srcOrd="1" destOrd="0" presId="urn:microsoft.com/office/officeart/2005/8/layout/hierarchy1"/>
    <dgm:cxn modelId="{06830D96-9925-464D-9410-C6D5DE9DA862}" type="presParOf" srcId="{E4C2AC8A-AD61-4790-A8DA-985BE8C0A519}" destId="{E40B037D-5BBE-43D2-BF1A-2256A0FDFC47}" srcOrd="1" destOrd="0" presId="urn:microsoft.com/office/officeart/2005/8/layout/hierarchy1"/>
    <dgm:cxn modelId="{83DC33EB-CCA3-4B58-881E-7CC859A7E367}" type="presParOf" srcId="{E40B037D-5BBE-43D2-BF1A-2256A0FDFC47}" destId="{D1366DA8-226D-4079-A31C-1F67FF28D00B}" srcOrd="0" destOrd="0" presId="urn:microsoft.com/office/officeart/2005/8/layout/hierarchy1"/>
    <dgm:cxn modelId="{6AA63237-D5CE-489C-9BC3-00B83CBE9B9B}" type="presParOf" srcId="{E40B037D-5BBE-43D2-BF1A-2256A0FDFC47}" destId="{2CE7460B-31C6-4A8A-B4A7-6B166DE60638}" srcOrd="1" destOrd="0" presId="urn:microsoft.com/office/officeart/2005/8/layout/hierarchy1"/>
    <dgm:cxn modelId="{EBF6DE71-CD0C-42E1-947D-C403716CE30A}" type="presParOf" srcId="{2CE7460B-31C6-4A8A-B4A7-6B166DE60638}" destId="{636B5704-C654-4BD0-A99F-1E96F1094593}" srcOrd="0" destOrd="0" presId="urn:microsoft.com/office/officeart/2005/8/layout/hierarchy1"/>
    <dgm:cxn modelId="{EC953C7B-F863-40DA-B527-1497C42065C0}" type="presParOf" srcId="{636B5704-C654-4BD0-A99F-1E96F1094593}" destId="{CFA2EFE5-946E-4562-80AF-90F95DC8BABA}" srcOrd="0" destOrd="0" presId="urn:microsoft.com/office/officeart/2005/8/layout/hierarchy1"/>
    <dgm:cxn modelId="{5FF7C034-0E7A-4B63-8FA4-E07ECC28EBCE}" type="presParOf" srcId="{636B5704-C654-4BD0-A99F-1E96F1094593}" destId="{B4AF702D-9B46-47B4-B225-B3522C334EF0}" srcOrd="1" destOrd="0" presId="urn:microsoft.com/office/officeart/2005/8/layout/hierarchy1"/>
    <dgm:cxn modelId="{AEEA9CEF-71AC-4E5B-8C2E-E129A4B3EEC7}" type="presParOf" srcId="{2CE7460B-31C6-4A8A-B4A7-6B166DE60638}" destId="{CA54DCE9-2A9B-4949-BEE7-9E4D673749C2}" srcOrd="1" destOrd="0" presId="urn:microsoft.com/office/officeart/2005/8/layout/hierarchy1"/>
    <dgm:cxn modelId="{815C3ABE-6920-4601-9652-AF3FEDF71B73}" type="presParOf" srcId="{E40B037D-5BBE-43D2-BF1A-2256A0FDFC47}" destId="{5C3C2524-81B0-4529-8383-E338091E0AA3}" srcOrd="2" destOrd="0" presId="urn:microsoft.com/office/officeart/2005/8/layout/hierarchy1"/>
    <dgm:cxn modelId="{EF820782-49A0-43E2-9271-566D468173CC}" type="presParOf" srcId="{E40B037D-5BBE-43D2-BF1A-2256A0FDFC47}" destId="{B1825BCC-C08A-453F-89B7-367DF7A4E5D5}" srcOrd="3" destOrd="0" presId="urn:microsoft.com/office/officeart/2005/8/layout/hierarchy1"/>
    <dgm:cxn modelId="{6EEC071A-2810-488F-AADE-D707799589FD}" type="presParOf" srcId="{B1825BCC-C08A-453F-89B7-367DF7A4E5D5}" destId="{DEBE4D17-170B-4558-8E2F-BE6D54762BA6}" srcOrd="0" destOrd="0" presId="urn:microsoft.com/office/officeart/2005/8/layout/hierarchy1"/>
    <dgm:cxn modelId="{AAF007E4-4446-4667-B032-093A23D1803F}" type="presParOf" srcId="{DEBE4D17-170B-4558-8E2F-BE6D54762BA6}" destId="{D566FAE9-0695-4919-9834-1AA5988B28DC}" srcOrd="0" destOrd="0" presId="urn:microsoft.com/office/officeart/2005/8/layout/hierarchy1"/>
    <dgm:cxn modelId="{149A3474-D9ED-46C2-9083-8DF214506499}" type="presParOf" srcId="{DEBE4D17-170B-4558-8E2F-BE6D54762BA6}" destId="{B21C6430-BD23-4F1F-829F-E7CD5BC20B3A}" srcOrd="1" destOrd="0" presId="urn:microsoft.com/office/officeart/2005/8/layout/hierarchy1"/>
    <dgm:cxn modelId="{BD96170C-11C6-42ED-9104-FFCFF8CC01DC}" type="presParOf" srcId="{B1825BCC-C08A-453F-89B7-367DF7A4E5D5}" destId="{7265B217-D81D-487B-91FC-EA3530E95F06}" srcOrd="1" destOrd="0" presId="urn:microsoft.com/office/officeart/2005/8/layout/hierarchy1"/>
    <dgm:cxn modelId="{CC6014CB-93CD-4E41-8DB1-02EB3B3F1FE2}" type="presParOf" srcId="{E40B037D-5BBE-43D2-BF1A-2256A0FDFC47}" destId="{6B424655-5C8F-42B6-88D3-2A28C6063F56}" srcOrd="4" destOrd="0" presId="urn:microsoft.com/office/officeart/2005/8/layout/hierarchy1"/>
    <dgm:cxn modelId="{BCB0ABB3-2A14-486A-9721-FA22D5BAEFA8}" type="presParOf" srcId="{E40B037D-5BBE-43D2-BF1A-2256A0FDFC47}" destId="{F3D30AB6-0F19-4186-92BF-4B6A973A8653}" srcOrd="5" destOrd="0" presId="urn:microsoft.com/office/officeart/2005/8/layout/hierarchy1"/>
    <dgm:cxn modelId="{8FB6146C-BA94-4133-9BC5-6DE33F7D76BC}" type="presParOf" srcId="{F3D30AB6-0F19-4186-92BF-4B6A973A8653}" destId="{3058BBEE-B705-4068-BEB5-7332057E18A4}" srcOrd="0" destOrd="0" presId="urn:microsoft.com/office/officeart/2005/8/layout/hierarchy1"/>
    <dgm:cxn modelId="{2A6FDFD9-4B16-41E0-B1DA-00D0A0584B0C}" type="presParOf" srcId="{3058BBEE-B705-4068-BEB5-7332057E18A4}" destId="{EAB91966-4E67-4DFF-A937-9E96636C54F7}" srcOrd="0" destOrd="0" presId="urn:microsoft.com/office/officeart/2005/8/layout/hierarchy1"/>
    <dgm:cxn modelId="{3A7217D2-C106-455E-98F1-7FCF66FA335E}" type="presParOf" srcId="{3058BBEE-B705-4068-BEB5-7332057E18A4}" destId="{A1DF0CEF-32B4-4A05-873F-CC97A274CE8D}" srcOrd="1" destOrd="0" presId="urn:microsoft.com/office/officeart/2005/8/layout/hierarchy1"/>
    <dgm:cxn modelId="{CE70FE3C-DD51-40C9-B681-DC06E7DC694C}" type="presParOf" srcId="{F3D30AB6-0F19-4186-92BF-4B6A973A8653}" destId="{BB4F782D-AE98-4D2D-89D7-E28D7B48187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424655-5C8F-42B6-88D3-2A28C6063F56}">
      <dsp:nvSpPr>
        <dsp:cNvPr id="0" name=""/>
        <dsp:cNvSpPr/>
      </dsp:nvSpPr>
      <dsp:spPr>
        <a:xfrm>
          <a:off x="10219526" y="3391224"/>
          <a:ext cx="975818" cy="2322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8237"/>
              </a:lnTo>
              <a:lnTo>
                <a:pt x="975818" y="158237"/>
              </a:lnTo>
              <a:lnTo>
                <a:pt x="975818" y="2322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3C2524-81B0-4529-8383-E338091E0AA3}">
      <dsp:nvSpPr>
        <dsp:cNvPr id="0" name=""/>
        <dsp:cNvSpPr/>
      </dsp:nvSpPr>
      <dsp:spPr>
        <a:xfrm>
          <a:off x="10173806" y="3391224"/>
          <a:ext cx="91440" cy="2322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22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366DA8-226D-4079-A31C-1F67FF28D00B}">
      <dsp:nvSpPr>
        <dsp:cNvPr id="0" name=""/>
        <dsp:cNvSpPr/>
      </dsp:nvSpPr>
      <dsp:spPr>
        <a:xfrm>
          <a:off x="9243708" y="3391224"/>
          <a:ext cx="975818" cy="232200"/>
        </a:xfrm>
        <a:custGeom>
          <a:avLst/>
          <a:gdLst/>
          <a:ahLst/>
          <a:cxnLst/>
          <a:rect l="0" t="0" r="0" b="0"/>
          <a:pathLst>
            <a:path>
              <a:moveTo>
                <a:pt x="975818" y="0"/>
              </a:moveTo>
              <a:lnTo>
                <a:pt x="975818" y="158237"/>
              </a:lnTo>
              <a:lnTo>
                <a:pt x="0" y="158237"/>
              </a:lnTo>
              <a:lnTo>
                <a:pt x="0" y="2322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177C6C-6CAD-442E-B330-3DCA6E28B7BF}">
      <dsp:nvSpPr>
        <dsp:cNvPr id="0" name=""/>
        <dsp:cNvSpPr/>
      </dsp:nvSpPr>
      <dsp:spPr>
        <a:xfrm>
          <a:off x="10173806" y="2652041"/>
          <a:ext cx="91440" cy="2322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22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BF6B1B-8C0B-4E6A-8C00-FF6B5882853F}">
      <dsp:nvSpPr>
        <dsp:cNvPr id="0" name=""/>
        <dsp:cNvSpPr/>
      </dsp:nvSpPr>
      <dsp:spPr>
        <a:xfrm>
          <a:off x="5863656" y="1532603"/>
          <a:ext cx="4355870" cy="5521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8163"/>
              </a:lnTo>
              <a:lnTo>
                <a:pt x="4355870" y="478163"/>
              </a:lnTo>
              <a:lnTo>
                <a:pt x="4355870" y="55212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07AFEA-B608-466F-831F-40FA443C9046}">
      <dsp:nvSpPr>
        <dsp:cNvPr id="0" name=""/>
        <dsp:cNvSpPr/>
      </dsp:nvSpPr>
      <dsp:spPr>
        <a:xfrm>
          <a:off x="7984307" y="2591711"/>
          <a:ext cx="592878" cy="2322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8237"/>
              </a:lnTo>
              <a:lnTo>
                <a:pt x="592878" y="158237"/>
              </a:lnTo>
              <a:lnTo>
                <a:pt x="592878" y="2322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BAA4AC-0483-4867-91D6-31173F415BC6}">
      <dsp:nvSpPr>
        <dsp:cNvPr id="0" name=""/>
        <dsp:cNvSpPr/>
      </dsp:nvSpPr>
      <dsp:spPr>
        <a:xfrm>
          <a:off x="7292072" y="3491667"/>
          <a:ext cx="975818" cy="2422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286"/>
              </a:lnTo>
              <a:lnTo>
                <a:pt x="975818" y="168286"/>
              </a:lnTo>
              <a:lnTo>
                <a:pt x="975818" y="242248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10A8C2-28D8-4DE6-AF38-29E4DBF45698}">
      <dsp:nvSpPr>
        <dsp:cNvPr id="0" name=""/>
        <dsp:cNvSpPr/>
      </dsp:nvSpPr>
      <dsp:spPr>
        <a:xfrm>
          <a:off x="7246352" y="3491667"/>
          <a:ext cx="91440" cy="2322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22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DB0139-F84F-4E96-AA2D-17A59FFDAD0D}">
      <dsp:nvSpPr>
        <dsp:cNvPr id="0" name=""/>
        <dsp:cNvSpPr/>
      </dsp:nvSpPr>
      <dsp:spPr>
        <a:xfrm>
          <a:off x="6316254" y="3491667"/>
          <a:ext cx="975818" cy="232200"/>
        </a:xfrm>
        <a:custGeom>
          <a:avLst/>
          <a:gdLst/>
          <a:ahLst/>
          <a:cxnLst/>
          <a:rect l="0" t="0" r="0" b="0"/>
          <a:pathLst>
            <a:path>
              <a:moveTo>
                <a:pt x="975818" y="0"/>
              </a:moveTo>
              <a:lnTo>
                <a:pt x="975818" y="158237"/>
              </a:lnTo>
              <a:lnTo>
                <a:pt x="0" y="158237"/>
              </a:lnTo>
              <a:lnTo>
                <a:pt x="0" y="2322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C809A7-47D6-4A3A-990D-D65EFA5E399F}">
      <dsp:nvSpPr>
        <dsp:cNvPr id="0" name=""/>
        <dsp:cNvSpPr/>
      </dsp:nvSpPr>
      <dsp:spPr>
        <a:xfrm>
          <a:off x="7292072" y="2591711"/>
          <a:ext cx="692234" cy="232200"/>
        </a:xfrm>
        <a:custGeom>
          <a:avLst/>
          <a:gdLst/>
          <a:ahLst/>
          <a:cxnLst/>
          <a:rect l="0" t="0" r="0" b="0"/>
          <a:pathLst>
            <a:path>
              <a:moveTo>
                <a:pt x="692234" y="0"/>
              </a:moveTo>
              <a:lnTo>
                <a:pt x="692234" y="158237"/>
              </a:lnTo>
              <a:lnTo>
                <a:pt x="0" y="158237"/>
              </a:lnTo>
              <a:lnTo>
                <a:pt x="0" y="2322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E9D8D9-F63B-0243-A497-F16166EB0CBB}">
      <dsp:nvSpPr>
        <dsp:cNvPr id="0" name=""/>
        <dsp:cNvSpPr/>
      </dsp:nvSpPr>
      <dsp:spPr>
        <a:xfrm>
          <a:off x="5863656" y="1532603"/>
          <a:ext cx="2120650" cy="5521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8163"/>
              </a:lnTo>
              <a:lnTo>
                <a:pt x="2120650" y="478163"/>
              </a:lnTo>
              <a:lnTo>
                <a:pt x="2120650" y="55212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043AC3-FF37-4F15-B0AF-560FC9910C82}">
      <dsp:nvSpPr>
        <dsp:cNvPr id="0" name=""/>
        <dsp:cNvSpPr/>
      </dsp:nvSpPr>
      <dsp:spPr>
        <a:xfrm>
          <a:off x="4364618" y="3472143"/>
          <a:ext cx="975818" cy="2322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8237"/>
              </a:lnTo>
              <a:lnTo>
                <a:pt x="975818" y="158237"/>
              </a:lnTo>
              <a:lnTo>
                <a:pt x="975818" y="2322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46B754-78F7-4ACE-9C10-13BA62568656}">
      <dsp:nvSpPr>
        <dsp:cNvPr id="0" name=""/>
        <dsp:cNvSpPr/>
      </dsp:nvSpPr>
      <dsp:spPr>
        <a:xfrm>
          <a:off x="4318898" y="3472143"/>
          <a:ext cx="91440" cy="2322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22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3DF02E-19A1-400A-8F12-60B9E3861355}">
      <dsp:nvSpPr>
        <dsp:cNvPr id="0" name=""/>
        <dsp:cNvSpPr/>
      </dsp:nvSpPr>
      <dsp:spPr>
        <a:xfrm>
          <a:off x="3388800" y="3472143"/>
          <a:ext cx="975818" cy="232200"/>
        </a:xfrm>
        <a:custGeom>
          <a:avLst/>
          <a:gdLst/>
          <a:ahLst/>
          <a:cxnLst/>
          <a:rect l="0" t="0" r="0" b="0"/>
          <a:pathLst>
            <a:path>
              <a:moveTo>
                <a:pt x="975818" y="0"/>
              </a:moveTo>
              <a:lnTo>
                <a:pt x="975818" y="158237"/>
              </a:lnTo>
              <a:lnTo>
                <a:pt x="0" y="158237"/>
              </a:lnTo>
              <a:lnTo>
                <a:pt x="0" y="2322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47F7D7-A563-4773-9F46-EA5C986098BB}">
      <dsp:nvSpPr>
        <dsp:cNvPr id="0" name=""/>
        <dsp:cNvSpPr/>
      </dsp:nvSpPr>
      <dsp:spPr>
        <a:xfrm>
          <a:off x="4318898" y="2651712"/>
          <a:ext cx="91440" cy="2322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22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FA7558-0139-FA4C-979C-AB56256C62DB}">
      <dsp:nvSpPr>
        <dsp:cNvPr id="0" name=""/>
        <dsp:cNvSpPr/>
      </dsp:nvSpPr>
      <dsp:spPr>
        <a:xfrm>
          <a:off x="4364618" y="1532603"/>
          <a:ext cx="1499038" cy="552126"/>
        </a:xfrm>
        <a:custGeom>
          <a:avLst/>
          <a:gdLst/>
          <a:ahLst/>
          <a:cxnLst/>
          <a:rect l="0" t="0" r="0" b="0"/>
          <a:pathLst>
            <a:path>
              <a:moveTo>
                <a:pt x="1499038" y="0"/>
              </a:moveTo>
              <a:lnTo>
                <a:pt x="1499038" y="478163"/>
              </a:lnTo>
              <a:lnTo>
                <a:pt x="0" y="478163"/>
              </a:lnTo>
              <a:lnTo>
                <a:pt x="0" y="55212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F2F2A9-05BC-4639-A712-C70B22990B5C}">
      <dsp:nvSpPr>
        <dsp:cNvPr id="0" name=""/>
        <dsp:cNvSpPr/>
      </dsp:nvSpPr>
      <dsp:spPr>
        <a:xfrm>
          <a:off x="1406250" y="3409237"/>
          <a:ext cx="1006731" cy="2322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8237"/>
              </a:lnTo>
              <a:lnTo>
                <a:pt x="1006731" y="158237"/>
              </a:lnTo>
              <a:lnTo>
                <a:pt x="1006731" y="2322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9F1B59-4846-4AFA-916B-0060DC8EDB33}">
      <dsp:nvSpPr>
        <dsp:cNvPr id="0" name=""/>
        <dsp:cNvSpPr/>
      </dsp:nvSpPr>
      <dsp:spPr>
        <a:xfrm>
          <a:off x="1360530" y="3409237"/>
          <a:ext cx="91440" cy="2322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22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43964D-59C6-4373-B46F-507ACAA872F8}">
      <dsp:nvSpPr>
        <dsp:cNvPr id="0" name=""/>
        <dsp:cNvSpPr/>
      </dsp:nvSpPr>
      <dsp:spPr>
        <a:xfrm>
          <a:off x="399518" y="3409237"/>
          <a:ext cx="1006731" cy="232200"/>
        </a:xfrm>
        <a:custGeom>
          <a:avLst/>
          <a:gdLst/>
          <a:ahLst/>
          <a:cxnLst/>
          <a:rect l="0" t="0" r="0" b="0"/>
          <a:pathLst>
            <a:path>
              <a:moveTo>
                <a:pt x="1006731" y="0"/>
              </a:moveTo>
              <a:lnTo>
                <a:pt x="1006731" y="158237"/>
              </a:lnTo>
              <a:lnTo>
                <a:pt x="0" y="158237"/>
              </a:lnTo>
              <a:lnTo>
                <a:pt x="0" y="2322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E69291-ADE0-4F48-BF72-30F0A323EDB9}">
      <dsp:nvSpPr>
        <dsp:cNvPr id="0" name=""/>
        <dsp:cNvSpPr/>
      </dsp:nvSpPr>
      <dsp:spPr>
        <a:xfrm>
          <a:off x="1360530" y="2591711"/>
          <a:ext cx="91440" cy="2322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22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4C0382-73AB-AD40-BC20-ACDA75959C27}">
      <dsp:nvSpPr>
        <dsp:cNvPr id="0" name=""/>
        <dsp:cNvSpPr/>
      </dsp:nvSpPr>
      <dsp:spPr>
        <a:xfrm>
          <a:off x="1406250" y="1532603"/>
          <a:ext cx="4457406" cy="552126"/>
        </a:xfrm>
        <a:custGeom>
          <a:avLst/>
          <a:gdLst/>
          <a:ahLst/>
          <a:cxnLst/>
          <a:rect l="0" t="0" r="0" b="0"/>
          <a:pathLst>
            <a:path>
              <a:moveTo>
                <a:pt x="4457406" y="0"/>
              </a:moveTo>
              <a:lnTo>
                <a:pt x="4457406" y="478163"/>
              </a:lnTo>
              <a:lnTo>
                <a:pt x="0" y="478163"/>
              </a:lnTo>
              <a:lnTo>
                <a:pt x="0" y="55212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EB40CF-C469-C042-9AAC-9E65599A2A8E}">
      <dsp:nvSpPr>
        <dsp:cNvPr id="0" name=""/>
        <dsp:cNvSpPr/>
      </dsp:nvSpPr>
      <dsp:spPr>
        <a:xfrm>
          <a:off x="4018717" y="232433"/>
          <a:ext cx="3689877" cy="130017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5B3781-273D-0148-87CB-FBE8B43D31EF}">
      <dsp:nvSpPr>
        <dsp:cNvPr id="0" name=""/>
        <dsp:cNvSpPr/>
      </dsp:nvSpPr>
      <dsp:spPr>
        <a:xfrm>
          <a:off x="4107428" y="316708"/>
          <a:ext cx="3689877" cy="13001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Centralized College Discovery Platform</a:t>
          </a:r>
        </a:p>
      </dsp:txBody>
      <dsp:txXfrm>
        <a:off x="4145509" y="354789"/>
        <a:ext cx="3613715" cy="1224008"/>
      </dsp:txXfrm>
    </dsp:sp>
    <dsp:sp modelId="{98C76165-9034-1643-9104-9B92F7A95E7E}">
      <dsp:nvSpPr>
        <dsp:cNvPr id="0" name=""/>
        <dsp:cNvSpPr/>
      </dsp:nvSpPr>
      <dsp:spPr>
        <a:xfrm>
          <a:off x="879927" y="2084729"/>
          <a:ext cx="1052645" cy="50698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BC48F8-BC78-354B-8D25-7D5CBB308992}">
      <dsp:nvSpPr>
        <dsp:cNvPr id="0" name=""/>
        <dsp:cNvSpPr/>
      </dsp:nvSpPr>
      <dsp:spPr>
        <a:xfrm>
          <a:off x="968638" y="2169004"/>
          <a:ext cx="1052645" cy="506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Requirements &amp; Design</a:t>
          </a:r>
        </a:p>
      </dsp:txBody>
      <dsp:txXfrm>
        <a:off x="983487" y="2183853"/>
        <a:ext cx="1022947" cy="477283"/>
      </dsp:txXfrm>
    </dsp:sp>
    <dsp:sp modelId="{207695A7-201F-41F7-A2A6-FEFFD5BCDA8B}">
      <dsp:nvSpPr>
        <dsp:cNvPr id="0" name=""/>
        <dsp:cNvSpPr/>
      </dsp:nvSpPr>
      <dsp:spPr>
        <a:xfrm>
          <a:off x="806135" y="2823911"/>
          <a:ext cx="1200229" cy="58532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D9562F-EC06-4EB4-A358-BC298EBD3339}">
      <dsp:nvSpPr>
        <dsp:cNvPr id="0" name=""/>
        <dsp:cNvSpPr/>
      </dsp:nvSpPr>
      <dsp:spPr>
        <a:xfrm>
          <a:off x="894846" y="2908186"/>
          <a:ext cx="1200229" cy="585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Planning &amp; DB Architecture</a:t>
          </a:r>
        </a:p>
      </dsp:txBody>
      <dsp:txXfrm>
        <a:off x="911990" y="2925330"/>
        <a:ext cx="1165941" cy="551037"/>
      </dsp:txXfrm>
    </dsp:sp>
    <dsp:sp modelId="{DCC536C0-F95D-4584-87B4-BFAFD8154E55}">
      <dsp:nvSpPr>
        <dsp:cNvPr id="0" name=""/>
        <dsp:cNvSpPr/>
      </dsp:nvSpPr>
      <dsp:spPr>
        <a:xfrm>
          <a:off x="320" y="3641437"/>
          <a:ext cx="798396" cy="50698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B85079-792D-44E3-BD18-E1DD359226F6}">
      <dsp:nvSpPr>
        <dsp:cNvPr id="0" name=""/>
        <dsp:cNvSpPr/>
      </dsp:nvSpPr>
      <dsp:spPr>
        <a:xfrm>
          <a:off x="89030" y="3725712"/>
          <a:ext cx="798396" cy="506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/>
            <a:t>Data Field Mapping</a:t>
          </a:r>
          <a:endParaRPr lang="en-GB" sz="1200" b="1" kern="1200" dirty="0"/>
        </a:p>
      </dsp:txBody>
      <dsp:txXfrm>
        <a:off x="103879" y="3740561"/>
        <a:ext cx="768698" cy="477283"/>
      </dsp:txXfrm>
    </dsp:sp>
    <dsp:sp modelId="{E49C9BCD-F0AC-4134-93D8-2ED77125F7D7}">
      <dsp:nvSpPr>
        <dsp:cNvPr id="0" name=""/>
        <dsp:cNvSpPr/>
      </dsp:nvSpPr>
      <dsp:spPr>
        <a:xfrm>
          <a:off x="976138" y="3641437"/>
          <a:ext cx="860224" cy="802349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C61B7F-9C1C-4A21-B0E0-DE58A15F60A1}">
      <dsp:nvSpPr>
        <dsp:cNvPr id="0" name=""/>
        <dsp:cNvSpPr/>
      </dsp:nvSpPr>
      <dsp:spPr>
        <a:xfrm>
          <a:off x="1064849" y="3725712"/>
          <a:ext cx="860224" cy="8023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MySQL </a:t>
          </a:r>
          <a:r>
            <a:rPr lang="en-GB" sz="1200" b="1" kern="1200"/>
            <a:t>Table Normalization</a:t>
          </a:r>
          <a:endParaRPr lang="en-GB" sz="1200" b="1" kern="1200" dirty="0"/>
        </a:p>
      </dsp:txBody>
      <dsp:txXfrm>
        <a:off x="1088349" y="3749212"/>
        <a:ext cx="813224" cy="755349"/>
      </dsp:txXfrm>
    </dsp:sp>
    <dsp:sp modelId="{D289209E-9B71-4084-A767-76866E768397}">
      <dsp:nvSpPr>
        <dsp:cNvPr id="0" name=""/>
        <dsp:cNvSpPr/>
      </dsp:nvSpPr>
      <dsp:spPr>
        <a:xfrm>
          <a:off x="2013784" y="3641437"/>
          <a:ext cx="798396" cy="50698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42C327-C816-436B-9671-4C0473B450D1}">
      <dsp:nvSpPr>
        <dsp:cNvPr id="0" name=""/>
        <dsp:cNvSpPr/>
      </dsp:nvSpPr>
      <dsp:spPr>
        <a:xfrm>
          <a:off x="2102494" y="3725712"/>
          <a:ext cx="798396" cy="506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/>
            <a:t>SQL Indexing Strategy</a:t>
          </a:r>
          <a:endParaRPr lang="en-GB" sz="1200" b="1" kern="1200" dirty="0"/>
        </a:p>
      </dsp:txBody>
      <dsp:txXfrm>
        <a:off x="2117343" y="3740561"/>
        <a:ext cx="768698" cy="477283"/>
      </dsp:txXfrm>
    </dsp:sp>
    <dsp:sp modelId="{10ED8AD8-C95D-7F46-8284-6BFFCB8023D0}">
      <dsp:nvSpPr>
        <dsp:cNvPr id="0" name=""/>
        <dsp:cNvSpPr/>
      </dsp:nvSpPr>
      <dsp:spPr>
        <a:xfrm>
          <a:off x="3661921" y="2084729"/>
          <a:ext cx="1405393" cy="56698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004470-AE31-6542-BE4E-74C32357678F}">
      <dsp:nvSpPr>
        <dsp:cNvPr id="0" name=""/>
        <dsp:cNvSpPr/>
      </dsp:nvSpPr>
      <dsp:spPr>
        <a:xfrm>
          <a:off x="3750632" y="2169004"/>
          <a:ext cx="1405393" cy="5669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Backend &amp; Search Engineering</a:t>
          </a:r>
        </a:p>
      </dsp:txBody>
      <dsp:txXfrm>
        <a:off x="3767238" y="2185610"/>
        <a:ext cx="1372181" cy="533771"/>
      </dsp:txXfrm>
    </dsp:sp>
    <dsp:sp modelId="{75DA190F-FEB2-4CC5-8E5C-78F4ED2F77F8}">
      <dsp:nvSpPr>
        <dsp:cNvPr id="0" name=""/>
        <dsp:cNvSpPr/>
      </dsp:nvSpPr>
      <dsp:spPr>
        <a:xfrm>
          <a:off x="3756579" y="2883912"/>
          <a:ext cx="1216077" cy="58823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E08E8F-FA0E-4F7C-BA58-CF7E5533BDD5}">
      <dsp:nvSpPr>
        <dsp:cNvPr id="0" name=""/>
        <dsp:cNvSpPr/>
      </dsp:nvSpPr>
      <dsp:spPr>
        <a:xfrm>
          <a:off x="3845290" y="2968187"/>
          <a:ext cx="1216077" cy="5882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Server-Side Development</a:t>
          </a:r>
        </a:p>
      </dsp:txBody>
      <dsp:txXfrm>
        <a:off x="3862519" y="2985416"/>
        <a:ext cx="1181619" cy="553772"/>
      </dsp:txXfrm>
    </dsp:sp>
    <dsp:sp modelId="{1631C783-16A2-4AF0-A70C-B808B57DA990}">
      <dsp:nvSpPr>
        <dsp:cNvPr id="0" name=""/>
        <dsp:cNvSpPr/>
      </dsp:nvSpPr>
      <dsp:spPr>
        <a:xfrm>
          <a:off x="2989602" y="3704343"/>
          <a:ext cx="798396" cy="50698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7A88EE-9AEB-4EB6-828D-9043E0FE985E}">
      <dsp:nvSpPr>
        <dsp:cNvPr id="0" name=""/>
        <dsp:cNvSpPr/>
      </dsp:nvSpPr>
      <dsp:spPr>
        <a:xfrm>
          <a:off x="3078312" y="3788619"/>
          <a:ext cx="798396" cy="506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/>
            <a:t>Database Connectivity</a:t>
          </a:r>
          <a:endParaRPr lang="en-GB" sz="1200" b="1" kern="1200" dirty="0"/>
        </a:p>
      </dsp:txBody>
      <dsp:txXfrm>
        <a:off x="3093161" y="3803468"/>
        <a:ext cx="768698" cy="477283"/>
      </dsp:txXfrm>
    </dsp:sp>
    <dsp:sp modelId="{040D8BE6-2220-4FD2-A41E-23E9E99AF44B}">
      <dsp:nvSpPr>
        <dsp:cNvPr id="0" name=""/>
        <dsp:cNvSpPr/>
      </dsp:nvSpPr>
      <dsp:spPr>
        <a:xfrm>
          <a:off x="3965420" y="3704343"/>
          <a:ext cx="798396" cy="50698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27B361-E105-4FB8-A94D-6E6B2F2C4CF9}">
      <dsp:nvSpPr>
        <dsp:cNvPr id="0" name=""/>
        <dsp:cNvSpPr/>
      </dsp:nvSpPr>
      <dsp:spPr>
        <a:xfrm>
          <a:off x="4054130" y="3788619"/>
          <a:ext cx="798396" cy="506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/>
            <a:t>Fuzzy Search</a:t>
          </a:r>
          <a:endParaRPr lang="en-GB" sz="1200" b="1" kern="1200" dirty="0"/>
        </a:p>
      </dsp:txBody>
      <dsp:txXfrm>
        <a:off x="4068979" y="3803468"/>
        <a:ext cx="768698" cy="477283"/>
      </dsp:txXfrm>
    </dsp:sp>
    <dsp:sp modelId="{D57F113A-4803-4A5D-AD8E-731EAAC49E7F}">
      <dsp:nvSpPr>
        <dsp:cNvPr id="0" name=""/>
        <dsp:cNvSpPr/>
      </dsp:nvSpPr>
      <dsp:spPr>
        <a:xfrm>
          <a:off x="4941238" y="3704343"/>
          <a:ext cx="798396" cy="50698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645367-55D1-415A-A427-94C0F3B91B64}">
      <dsp:nvSpPr>
        <dsp:cNvPr id="0" name=""/>
        <dsp:cNvSpPr/>
      </dsp:nvSpPr>
      <dsp:spPr>
        <a:xfrm>
          <a:off x="5029948" y="3788619"/>
          <a:ext cx="798396" cy="506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/>
            <a:t>Dynamic Logic</a:t>
          </a:r>
          <a:endParaRPr lang="en-GB" sz="1200" b="1" kern="1200" dirty="0"/>
        </a:p>
      </dsp:txBody>
      <dsp:txXfrm>
        <a:off x="5044797" y="3803468"/>
        <a:ext cx="768698" cy="477283"/>
      </dsp:txXfrm>
    </dsp:sp>
    <dsp:sp modelId="{B1AEAF6C-B8B1-1748-805C-DEA9F80466AD}">
      <dsp:nvSpPr>
        <dsp:cNvPr id="0" name=""/>
        <dsp:cNvSpPr/>
      </dsp:nvSpPr>
      <dsp:spPr>
        <a:xfrm>
          <a:off x="7317099" y="2084729"/>
          <a:ext cx="1334416" cy="50698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D855B1-F204-3449-A0AB-C83C199BFD6B}">
      <dsp:nvSpPr>
        <dsp:cNvPr id="0" name=""/>
        <dsp:cNvSpPr/>
      </dsp:nvSpPr>
      <dsp:spPr>
        <a:xfrm>
          <a:off x="7405809" y="2169004"/>
          <a:ext cx="1334416" cy="506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Frontend &amp; Data Population</a:t>
          </a:r>
        </a:p>
      </dsp:txBody>
      <dsp:txXfrm>
        <a:off x="7420658" y="2183853"/>
        <a:ext cx="1304718" cy="477283"/>
      </dsp:txXfrm>
    </dsp:sp>
    <dsp:sp modelId="{3770F188-A93F-4E05-95FC-2B26AC9BCECB}">
      <dsp:nvSpPr>
        <dsp:cNvPr id="0" name=""/>
        <dsp:cNvSpPr/>
      </dsp:nvSpPr>
      <dsp:spPr>
        <a:xfrm>
          <a:off x="6787905" y="2823911"/>
          <a:ext cx="1008334" cy="667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CDF6EF-E773-42A4-BED1-20365A25C906}">
      <dsp:nvSpPr>
        <dsp:cNvPr id="0" name=""/>
        <dsp:cNvSpPr/>
      </dsp:nvSpPr>
      <dsp:spPr>
        <a:xfrm>
          <a:off x="6876615" y="2908186"/>
          <a:ext cx="1008334" cy="667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UI/UX Implementation</a:t>
          </a:r>
        </a:p>
      </dsp:txBody>
      <dsp:txXfrm>
        <a:off x="6896173" y="2927744"/>
        <a:ext cx="969218" cy="628639"/>
      </dsp:txXfrm>
    </dsp:sp>
    <dsp:sp modelId="{91BD8DF7-8E94-417B-94E2-2247D10B3338}">
      <dsp:nvSpPr>
        <dsp:cNvPr id="0" name=""/>
        <dsp:cNvSpPr/>
      </dsp:nvSpPr>
      <dsp:spPr>
        <a:xfrm>
          <a:off x="5917056" y="3723867"/>
          <a:ext cx="798396" cy="50698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E9A72-9596-4AD8-AA3A-5EE0CCACCEE3}">
      <dsp:nvSpPr>
        <dsp:cNvPr id="0" name=""/>
        <dsp:cNvSpPr/>
      </dsp:nvSpPr>
      <dsp:spPr>
        <a:xfrm>
          <a:off x="6005767" y="3808142"/>
          <a:ext cx="798396" cy="506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Responsive Grid Design</a:t>
          </a:r>
        </a:p>
      </dsp:txBody>
      <dsp:txXfrm>
        <a:off x="6020616" y="3822991"/>
        <a:ext cx="768698" cy="477283"/>
      </dsp:txXfrm>
    </dsp:sp>
    <dsp:sp modelId="{0AACE79F-1DAD-48BC-8718-91107D3FE30C}">
      <dsp:nvSpPr>
        <dsp:cNvPr id="0" name=""/>
        <dsp:cNvSpPr/>
      </dsp:nvSpPr>
      <dsp:spPr>
        <a:xfrm>
          <a:off x="6892874" y="3723867"/>
          <a:ext cx="798396" cy="50698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175A13-6FA8-4D97-95BE-B5B3434E5872}">
      <dsp:nvSpPr>
        <dsp:cNvPr id="0" name=""/>
        <dsp:cNvSpPr/>
      </dsp:nvSpPr>
      <dsp:spPr>
        <a:xfrm>
          <a:off x="6981585" y="3808142"/>
          <a:ext cx="798396" cy="506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Bulk Entry</a:t>
          </a:r>
        </a:p>
      </dsp:txBody>
      <dsp:txXfrm>
        <a:off x="6996434" y="3822991"/>
        <a:ext cx="768698" cy="477283"/>
      </dsp:txXfrm>
    </dsp:sp>
    <dsp:sp modelId="{B448F80B-90A5-4510-80E7-8CC26F091791}">
      <dsp:nvSpPr>
        <dsp:cNvPr id="0" name=""/>
        <dsp:cNvSpPr/>
      </dsp:nvSpPr>
      <dsp:spPr>
        <a:xfrm>
          <a:off x="7868692" y="3733916"/>
          <a:ext cx="798396" cy="50698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36BC03-7BE3-43EB-B1A2-97A9D7A42A9C}">
      <dsp:nvSpPr>
        <dsp:cNvPr id="0" name=""/>
        <dsp:cNvSpPr/>
      </dsp:nvSpPr>
      <dsp:spPr>
        <a:xfrm>
          <a:off x="7957403" y="3818191"/>
          <a:ext cx="798396" cy="506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Link Fallback System</a:t>
          </a:r>
        </a:p>
      </dsp:txBody>
      <dsp:txXfrm>
        <a:off x="7972252" y="3833040"/>
        <a:ext cx="768698" cy="477283"/>
      </dsp:txXfrm>
    </dsp:sp>
    <dsp:sp modelId="{6F81269E-E4E1-4BA3-8AFC-FC730A6EADE9}">
      <dsp:nvSpPr>
        <dsp:cNvPr id="0" name=""/>
        <dsp:cNvSpPr/>
      </dsp:nvSpPr>
      <dsp:spPr>
        <a:xfrm>
          <a:off x="7973661" y="2823911"/>
          <a:ext cx="1207047" cy="62900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B2D5AF-D385-4F23-A8E1-2BF2D98F4DF1}">
      <dsp:nvSpPr>
        <dsp:cNvPr id="0" name=""/>
        <dsp:cNvSpPr/>
      </dsp:nvSpPr>
      <dsp:spPr>
        <a:xfrm>
          <a:off x="8062372" y="2908186"/>
          <a:ext cx="1207047" cy="6290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Manual Data Verification</a:t>
          </a:r>
        </a:p>
      </dsp:txBody>
      <dsp:txXfrm>
        <a:off x="8080795" y="2926609"/>
        <a:ext cx="1170201" cy="592156"/>
      </dsp:txXfrm>
    </dsp:sp>
    <dsp:sp modelId="{B8011D0D-B851-49B1-9763-15877C00025B}">
      <dsp:nvSpPr>
        <dsp:cNvPr id="0" name=""/>
        <dsp:cNvSpPr/>
      </dsp:nvSpPr>
      <dsp:spPr>
        <a:xfrm>
          <a:off x="9591667" y="2084729"/>
          <a:ext cx="1255718" cy="56731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5AE74D-7383-4D63-927D-98C2BC45872F}">
      <dsp:nvSpPr>
        <dsp:cNvPr id="0" name=""/>
        <dsp:cNvSpPr/>
      </dsp:nvSpPr>
      <dsp:spPr>
        <a:xfrm>
          <a:off x="9680378" y="2169004"/>
          <a:ext cx="1255718" cy="5673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Quality Assurance &amp; Deployment</a:t>
          </a:r>
        </a:p>
      </dsp:txBody>
      <dsp:txXfrm>
        <a:off x="9696994" y="2185620"/>
        <a:ext cx="1222486" cy="534080"/>
      </dsp:txXfrm>
    </dsp:sp>
    <dsp:sp modelId="{E2AEE3A0-0493-4859-8E41-6A8BE7B400A5}">
      <dsp:nvSpPr>
        <dsp:cNvPr id="0" name=""/>
        <dsp:cNvSpPr/>
      </dsp:nvSpPr>
      <dsp:spPr>
        <a:xfrm>
          <a:off x="9820328" y="2884242"/>
          <a:ext cx="798396" cy="50698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BCE4BA-9460-48C0-839C-43224F4BEE2A}">
      <dsp:nvSpPr>
        <dsp:cNvPr id="0" name=""/>
        <dsp:cNvSpPr/>
      </dsp:nvSpPr>
      <dsp:spPr>
        <a:xfrm>
          <a:off x="9909039" y="2968517"/>
          <a:ext cx="798396" cy="506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Security &amp; Testing</a:t>
          </a:r>
        </a:p>
      </dsp:txBody>
      <dsp:txXfrm>
        <a:off x="9923888" y="2983366"/>
        <a:ext cx="768698" cy="477283"/>
      </dsp:txXfrm>
    </dsp:sp>
    <dsp:sp modelId="{CFA2EFE5-946E-4562-80AF-90F95DC8BABA}">
      <dsp:nvSpPr>
        <dsp:cNvPr id="0" name=""/>
        <dsp:cNvSpPr/>
      </dsp:nvSpPr>
      <dsp:spPr>
        <a:xfrm>
          <a:off x="8844510" y="3623424"/>
          <a:ext cx="798396" cy="50698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AF702D-9B46-47B4-B225-B3522C334EF0}">
      <dsp:nvSpPr>
        <dsp:cNvPr id="0" name=""/>
        <dsp:cNvSpPr/>
      </dsp:nvSpPr>
      <dsp:spPr>
        <a:xfrm>
          <a:off x="8933221" y="3707699"/>
          <a:ext cx="798396" cy="506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Input Sanitization</a:t>
          </a:r>
          <a:endParaRPr lang="en-GB" sz="1200" kern="1200" dirty="0"/>
        </a:p>
      </dsp:txBody>
      <dsp:txXfrm>
        <a:off x="8948070" y="3722548"/>
        <a:ext cx="768698" cy="477283"/>
      </dsp:txXfrm>
    </dsp:sp>
    <dsp:sp modelId="{D566FAE9-0695-4919-9834-1AA5988B28DC}">
      <dsp:nvSpPr>
        <dsp:cNvPr id="0" name=""/>
        <dsp:cNvSpPr/>
      </dsp:nvSpPr>
      <dsp:spPr>
        <a:xfrm>
          <a:off x="9820328" y="3623424"/>
          <a:ext cx="798396" cy="50698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1C6430-BD23-4F1F-829F-E7CD5BC20B3A}">
      <dsp:nvSpPr>
        <dsp:cNvPr id="0" name=""/>
        <dsp:cNvSpPr/>
      </dsp:nvSpPr>
      <dsp:spPr>
        <a:xfrm>
          <a:off x="9909039" y="3707699"/>
          <a:ext cx="798396" cy="506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Cross-Browser Testing</a:t>
          </a:r>
          <a:endParaRPr lang="en-GB" sz="1200" kern="1200" dirty="0"/>
        </a:p>
      </dsp:txBody>
      <dsp:txXfrm>
        <a:off x="9923888" y="3722548"/>
        <a:ext cx="768698" cy="477283"/>
      </dsp:txXfrm>
    </dsp:sp>
    <dsp:sp modelId="{EAB91966-4E67-4DFF-A937-9E96636C54F7}">
      <dsp:nvSpPr>
        <dsp:cNvPr id="0" name=""/>
        <dsp:cNvSpPr/>
      </dsp:nvSpPr>
      <dsp:spPr>
        <a:xfrm>
          <a:off x="10796146" y="3623424"/>
          <a:ext cx="798396" cy="50698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DF0CEF-32B4-4A05-873F-CC97A274CE8D}">
      <dsp:nvSpPr>
        <dsp:cNvPr id="0" name=""/>
        <dsp:cNvSpPr/>
      </dsp:nvSpPr>
      <dsp:spPr>
        <a:xfrm>
          <a:off x="10884857" y="3707699"/>
          <a:ext cx="798396" cy="506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Internship Documentation</a:t>
          </a:r>
          <a:endParaRPr lang="en-GB" sz="1200" kern="1200" dirty="0"/>
        </a:p>
      </dsp:txBody>
      <dsp:txXfrm>
        <a:off x="10899706" y="3722548"/>
        <a:ext cx="768698" cy="4772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2F572-DC84-D943-8D79-DDD001406156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A5EECB-32AF-CD4C-AB4B-8C5D367FE5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60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auto"/>
            <a:endParaRPr lang="en-IN" i="1" dirty="0">
              <a:solidFill>
                <a:srgbClr val="2A2B2C"/>
              </a:solidFill>
              <a:latin typeface="inher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EECB-32AF-CD4C-AB4B-8C5D367FE5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05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C9FF-4168-1246-80BF-10D035F8C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C30AEC-44AD-9243-9E51-FCA37A9A5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0246B-4777-4D48-AFF5-7A5699D8C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DFA99-90BC-4040-8364-F3973BB23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6FEA9-4D15-4342-AC39-380F4460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49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4F39A-61C8-FE44-A366-51B0B40F9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69AB6-5920-4C42-9AFA-692F4C710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46767-C61C-8549-937B-9A643578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16AF7-246F-EE4E-8FD9-CB4C90E1A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504B9-2B32-F44C-88C2-850FFC83A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738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CA4E6-B8CF-584E-8BC0-C01633124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79091-5BBC-504F-A5EB-0934C1A8B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7CE35-1BFB-E848-87FB-B55856A39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C800F-BA19-1C44-8F55-33FE09F0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632F2-917C-5F4B-B25C-9A5EC00F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46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C42CD-CF19-6944-9BF8-0FE76061C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E1DB-BDBE-924A-AD6B-08C4054B69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D868A-2447-C744-8C53-0CE7E4F73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1B3FC-C2A5-EE45-AFDE-7A5FBB3D2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3AFDB-697A-124A-A044-240B8D1E7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2A48A-9B53-D54A-BEAD-2E351FF0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773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176E7-8487-DF4F-BFF4-3A2B717EC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36F6B-092C-9043-BDD7-18E0CCCE9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82D72-CCFC-504E-A535-F2C7DD069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B0A2F1-A47C-D44B-B946-B66EA80A59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8409BE-38A7-9147-BB62-8A147AE06A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4F18BD-3200-104E-8848-A14BE8052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8824D-5841-D64D-80D6-310742FB4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A2389C-12FE-724A-9CE3-F48F01FE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57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57C5B-B072-2046-BB7F-537C83F85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9330D7-6E09-5B48-AE29-D0E98DFB1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49B71-4BB9-B044-BA63-D7C9C501C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10533-44AD-0640-98E6-123670AA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78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A200DF-DB9F-FB4B-861A-718F45BA4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D47806-B481-D747-AE40-E554CE733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E09BD-6D18-1445-A8FB-C6F37FD7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89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1FB94-E771-2C4D-84D2-8D7C57DFB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FD36-7C50-6442-9F66-BE4C4EF29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B70F1-E778-3A4E-B3C5-56388C6B4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79A8D-F8EF-7C42-8BBF-D5E627AFB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9A96E-B3E3-4C40-9D22-B695D8238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8C3C7-90F9-C145-BA31-A25EB1C1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805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61DA0-7944-F240-B644-551636AE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B237D5-BE26-4C4F-B281-896E65CE5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987B4-3489-FF4E-9436-33B75F511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A2975-17CD-0141-B7AF-AE634D3C5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0967A-15BD-484F-8033-B69DF5017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2534B-0823-FD43-A1C5-E38C1E2B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5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CC0E1-2228-C04A-9DD6-18B4AB702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F18B8A-6417-E34B-A743-672389682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54DF2-6453-3340-8C53-6ADF0F469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5BD58-45F7-3140-BF04-5FBEF4654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44363-29B4-C347-8977-C51EEDBD2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7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7B6511-746C-2442-AF67-5C75488AB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589A7D-214C-6A48-AF40-66635091F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97A6-380C-8C4D-A250-9C379FB23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C0C3A-9191-2D45-B4DF-AA01AE303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868C8-ACC7-CB4B-A397-49892109A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50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5B26B2-3AEF-E446-86E2-078E979AA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48AF2-2198-0B45-B296-AA5877692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2839E-A69C-B64E-BF91-5C74D5C56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1726A-9155-3645-B807-94F9CD48D91A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BF50F-5611-9A41-AE5A-9D810BCB3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6A1A5-815B-E441-BD92-BBF3CE2A6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36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0000"/>
            <a:lum/>
          </a:blip>
          <a:srcRect/>
          <a:stretch>
            <a:fillRect l="22000" t="15000" r="20000" b="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34765-BFFC-BA46-84DD-87068CEE4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13" y="328924"/>
            <a:ext cx="11937787" cy="13255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WORK BREAKDOWN STRUCTURE –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IP23 Live Project Deliverables–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‘Software Development’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640F199-031D-8248-8201-2BDB81372D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7655346"/>
              </p:ext>
            </p:extLst>
          </p:nvPr>
        </p:nvGraphicFramePr>
        <p:xfrm>
          <a:off x="254213" y="1654487"/>
          <a:ext cx="11683574" cy="50804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5" name="Picture 4" descr="Chart, pie chart&#10;&#10;Description automatically generated">
            <a:extLst>
              <a:ext uri="{FF2B5EF4-FFF2-40B4-BE49-F238E27FC236}">
                <a16:creationId xmlns:a16="http://schemas.microsoft.com/office/drawing/2014/main" id="{8763FDF8-2B62-0344-BEB7-279B8DD354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73425" y="204940"/>
            <a:ext cx="1218279" cy="93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295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CPL2022">
      <a:dk1>
        <a:srgbClr val="000000"/>
      </a:dk1>
      <a:lt1>
        <a:srgbClr val="FFFFFF"/>
      </a:lt1>
      <a:dk2>
        <a:srgbClr val="596171"/>
      </a:dk2>
      <a:lt2>
        <a:srgbClr val="E7E6E6"/>
      </a:lt2>
      <a:accent1>
        <a:srgbClr val="3CA5D9"/>
      </a:accent1>
      <a:accent2>
        <a:srgbClr val="273755"/>
      </a:accent2>
      <a:accent3>
        <a:srgbClr val="FFC601"/>
      </a:accent3>
      <a:accent4>
        <a:srgbClr val="FFB923"/>
      </a:accent4>
      <a:accent5>
        <a:srgbClr val="EA7317"/>
      </a:accent5>
      <a:accent6>
        <a:srgbClr val="666666"/>
      </a:accent6>
      <a:hlink>
        <a:srgbClr val="3CA5D9"/>
      </a:hlink>
      <a:folHlink>
        <a:srgbClr val="27375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1c734f-cd3c-409a-b830-21836909dd77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12AF445DB6E74EB51FE2F8964C2B9F" ma:contentTypeVersion="15" ma:contentTypeDescription="Create a new document." ma:contentTypeScope="" ma:versionID="2dff7eaf2f87d3d2d10304916b274635">
  <xsd:schema xmlns:xsd="http://www.w3.org/2001/XMLSchema" xmlns:xs="http://www.w3.org/2001/XMLSchema" xmlns:p="http://schemas.microsoft.com/office/2006/metadata/properties" xmlns:ns2="3e1c734f-cd3c-409a-b830-21836909dd77" xmlns:ns3="f800943e-7719-4474-9402-4616db300049" targetNamespace="http://schemas.microsoft.com/office/2006/metadata/properties" ma:root="true" ma:fieldsID="7f9fa1f725f175c4207dbd44f4121a57" ns2:_="" ns3:_="">
    <xsd:import namespace="3e1c734f-cd3c-409a-b830-21836909dd77"/>
    <xsd:import namespace="f800943e-7719-4474-9402-4616db300049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1c734f-cd3c-409a-b830-21836909dd7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353adee-5e9f-4b50-890c-aef0d51a54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0943e-7719-4474-9402-4616db30004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9C79FB2-7116-489A-B269-C878F00B5983}">
  <ds:schemaRefs>
    <ds:schemaRef ds:uri="http://schemas.microsoft.com/office/2006/metadata/properties"/>
    <ds:schemaRef ds:uri="http://schemas.microsoft.com/office/infopath/2007/PartnerControls"/>
    <ds:schemaRef ds:uri="3e1c734f-cd3c-409a-b830-21836909dd77"/>
  </ds:schemaRefs>
</ds:datastoreItem>
</file>

<file path=customXml/itemProps2.xml><?xml version="1.0" encoding="utf-8"?>
<ds:datastoreItem xmlns:ds="http://schemas.openxmlformats.org/officeDocument/2006/customXml" ds:itemID="{727BDB60-D459-4A4B-A39C-84556B087B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1c734f-cd3c-409a-b830-21836909dd77"/>
    <ds:schemaRef ds:uri="f800943e-7719-4474-9402-4616db3000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AE5B7B1-FE9C-49DF-B801-6A82566BEA6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6807</TotalTime>
  <Words>80</Words>
  <Application>Microsoft Office PowerPoint</Application>
  <PresentationFormat>Widescreen</PresentationFormat>
  <Paragraphs>24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inherit</vt:lpstr>
      <vt:lpstr>Office Theme</vt:lpstr>
      <vt:lpstr>WORK BREAKDOWN STRUCTURE –  IP23 Live Project Deliverables–  ‘Software Development’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WorkShop</dc:title>
  <dc:creator>Welcome CC</dc:creator>
  <cp:lastModifiedBy>Saniya Shaikh</cp:lastModifiedBy>
  <cp:revision>243</cp:revision>
  <dcterms:created xsi:type="dcterms:W3CDTF">2023-07-15T03:43:48Z</dcterms:created>
  <dcterms:modified xsi:type="dcterms:W3CDTF">2026-01-31T13:28:49Z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0x0101005412AF445DB6E74EB51FE2F8964C2B9F</vt:lpwstr>
  </property>
  <property fmtid="{D5CDD505-2E9C-101B-9397-08002B2CF9AE}" pid="3" name="MediaServiceImageTags">
    <vt:lpwstr/>
  </property>
</Properties>
</file>